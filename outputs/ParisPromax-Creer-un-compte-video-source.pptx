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858000" cy="12192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-top">
            <a:extLst>
              <a:ext uri="{FF2B5EF4-FFF2-40B4-BE49-F238E27FC236}">
                <a16:creationId xmlns:a16="http://schemas.microsoft.com/office/drawing/2014/main" id="{0C2FB2F5-3121-4ACC-A2C2-1BDBE0976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71450"/>
          </a:xfrm>
          <a:prstGeom prst="rect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86000" y="1476375"/>
            <a:ext cx="2286000" cy="2286000"/>
          </a:xfrm>
          <a:prstGeom prst="ellipse">
            <a:avLst/>
          </a:prstGeom>
        </p:spPr>
      </p:pic>
      <p:sp>
        <p:nvSpPr>
          <p:cNvPr id="3" name="eyebrow">
            <a:extLst>
              <a:ext uri="{FF2B5EF4-FFF2-40B4-BE49-F238E27FC236}">
                <a16:creationId xmlns:a16="http://schemas.microsoft.com/office/drawing/2014/main" id="{01DEA10D-3750-44A5-B89A-D67873D1D26E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DE2A0"/>
                </a:solidFill>
              </a:defRPr>
            </a:pPr>
            <a:r>
              <a:rPr sz="1500" b="1">
                <a:solidFill>
                  <a:srgbClr val="2DE2A0"/>
                </a:solidFill>
              </a:rPr>
              <a:t>GUIDE DE DÉMARRAGE</a:t>
            </a:r>
          </a:p>
        </p:txBody>
      </p:sp>
      <p:sp>
        <p:nvSpPr>
          <p:cNvPr id="4" name="opening-title">
            <a:extLst>
              <a:ext uri="{FF2B5EF4-FFF2-40B4-BE49-F238E27FC236}">
                <a16:creationId xmlns:a16="http://schemas.microsoft.com/office/drawing/2014/main" id="{1C621A85-2F6A-4C0A-B4D9-B554C4B7BEB7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57531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5F8FC"/>
                </a:solidFill>
              </a:defRPr>
            </a:pPr>
            <a:r>
              <a:rPr sz="4350" b="1">
                <a:solidFill>
                  <a:srgbClr val="F5F8FC"/>
                </a:solidFill>
              </a:rPr>
              <a:t>Créez votre compte ParisPromax</a:t>
            </a:r>
          </a:p>
        </p:txBody>
      </p:sp>
      <p:sp>
        <p:nvSpPr>
          <p:cNvPr id="5" name="opening-subtitle">
            <a:extLst>
              <a:ext uri="{FF2B5EF4-FFF2-40B4-BE49-F238E27FC236}">
                <a16:creationId xmlns:a16="http://schemas.microsoft.com/office/drawing/2014/main" id="{80FC7199-A51B-48B9-BEAA-7B927568E946}"/>
              </a:ext>
            </a:extLst>
          </p:cNvPr>
          <p:cNvSpPr>
            <a:spLocks noGrp="1"/>
          </p:cNvSpPr>
          <p:nvPr/>
        </p:nvSpPr>
        <p:spPr>
          <a:xfrm>
            <a:off x="781050" y="6762750"/>
            <a:ext cx="529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A8B8CB"/>
                </a:solidFill>
              </a:defRPr>
            </a:pPr>
            <a:r>
              <a:rPr sz="2025" b="0">
                <a:solidFill>
                  <a:srgbClr val="A8B8CB"/>
                </a:solidFill>
              </a:rPr>
              <a:t>Une inscription simple, claire et sécurisée.</a:t>
            </a:r>
          </a:p>
        </p:txBody>
      </p:sp>
      <p:sp>
        <p:nvSpPr>
          <p:cNvPr id="6" name="official-link">
            <a:extLst>
              <a:ext uri="{FF2B5EF4-FFF2-40B4-BE49-F238E27FC236}">
                <a16:creationId xmlns:a16="http://schemas.microsoft.com/office/drawing/2014/main" id="{7767BD18-F97E-461F-8F46-E3918820C48D}"/>
              </a:ext>
            </a:extLst>
          </p:cNvPr>
          <p:cNvSpPr>
            <a:spLocks noGrp="1"/>
          </p:cNvSpPr>
          <p:nvPr/>
        </p:nvSpPr>
        <p:spPr>
          <a:xfrm>
            <a:off x="1047750" y="8039100"/>
            <a:ext cx="4762500" cy="762000"/>
          </a:xfrm>
          <a:prstGeom prst="roundRect">
            <a:avLst>
              <a:gd name="adj" fmla="val 20000"/>
            </a:avLst>
          </a:prstGeom>
          <a:solidFill>
            <a:srgbClr val="13253B"/>
          </a:solidFill>
          <a:ln w="19050">
            <a:solidFill>
              <a:srgbClr val="36A3FF"/>
            </a:solidFill>
            <a:prstDash val="solid"/>
          </a:ln>
        </p:spPr>
      </p:sp>
      <p:sp>
        <p:nvSpPr>
          <p:cNvPr id="7" name="official-link-text">
            <a:extLst>
              <a:ext uri="{FF2B5EF4-FFF2-40B4-BE49-F238E27FC236}">
                <a16:creationId xmlns:a16="http://schemas.microsoft.com/office/drawing/2014/main" id="{FA5393F4-EC83-4F43-8925-7FCD5D50C6BD}"/>
              </a:ext>
            </a:extLst>
          </p:cNvPr>
          <p:cNvSpPr>
            <a:spLocks noGrp="1"/>
          </p:cNvSpPr>
          <p:nvPr/>
        </p:nvSpPr>
        <p:spPr>
          <a:xfrm>
            <a:off x="1143000" y="8201025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5F8FC"/>
                </a:solidFill>
              </a:defRPr>
            </a:pPr>
            <a:r>
              <a:rPr sz="1875" b="1">
                <a:solidFill>
                  <a:srgbClr val="F5F8FC"/>
                </a:solidFill>
              </a:rPr>
              <a:t>www.parispromax.com</a:t>
            </a:r>
          </a:p>
        </p:txBody>
      </p:sp>
      <p:sp>
        <p:nvSpPr>
          <p:cNvPr id="8" name="opening-disclaimer">
            <a:extLst>
              <a:ext uri="{FF2B5EF4-FFF2-40B4-BE49-F238E27FC236}">
                <a16:creationId xmlns:a16="http://schemas.microsoft.com/office/drawing/2014/main" id="{FCFA20AB-E74B-40D6-B917-7A46A49D5742}"/>
              </a:ext>
            </a:extLst>
          </p:cNvPr>
          <p:cNvSpPr>
            <a:spLocks noGrp="1"/>
          </p:cNvSpPr>
          <p:nvPr/>
        </p:nvSpPr>
        <p:spPr>
          <a:xfrm>
            <a:off x="1047750" y="10191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1849A"/>
                </a:solidFill>
              </a:defRPr>
            </a:pPr>
            <a:r>
              <a:rPr sz="1350" b="1">
                <a:solidFill>
                  <a:srgbClr val="71849A"/>
                </a:solidFill>
              </a:rPr>
              <a:t>18+ • Aucun gain garanti</a:t>
            </a:r>
          </a:p>
        </p:txBody>
      </p:sp>
      <p:pic>
        <p:nvPicPr>
          <p:cNvPr id="2" name="narration-01">
            <a:hlinkClick r:id="" action="ppaction://media"/>
            <a:extLst>
              <a:ext uri="{FF2B5EF4-FFF2-40B4-BE49-F238E27FC236}">
                <a16:creationId xmlns:a16="http://schemas.microsoft.com/office/drawing/2014/main" id="{5A213418-AA62-5E2A-DEEC-CCC59F3D0E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62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440"/>
    </mc:Choice>
    <mc:Fallback>
      <p:transition spd="slow" advClick="0" advTm="5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2" name="header-panel-1">
            <a:extLst>
              <a:ext uri="{FF2B5EF4-FFF2-40B4-BE49-F238E27FC236}">
                <a16:creationId xmlns:a16="http://schemas.microsoft.com/office/drawing/2014/main" id="{2C976EF6-1098-4454-9356-7BF8D43EE2F7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324600" cy="1390650"/>
          </a:xfrm>
          <a:prstGeom prst="roundRect">
            <a:avLst>
              <a:gd name="adj" fmla="val 10959"/>
            </a:avLst>
          </a:prstGeom>
          <a:solidFill>
            <a:srgbClr val="06111F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3" name="step-1">
            <a:extLst>
              <a:ext uri="{FF2B5EF4-FFF2-40B4-BE49-F238E27FC236}">
                <a16:creationId xmlns:a16="http://schemas.microsoft.com/office/drawing/2014/main" id="{0F71C73F-5FEC-43DD-B2C8-EFD7C0CDCA83}"/>
              </a:ext>
            </a:extLst>
          </p:cNvPr>
          <p:cNvSpPr>
            <a:spLocks noGrp="1"/>
          </p:cNvSpPr>
          <p:nvPr/>
        </p:nvSpPr>
        <p:spPr>
          <a:xfrm>
            <a:off x="476250" y="495300"/>
            <a:ext cx="552450" cy="55245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step-text-1">
            <a:extLst>
              <a:ext uri="{FF2B5EF4-FFF2-40B4-BE49-F238E27FC236}">
                <a16:creationId xmlns:a16="http://schemas.microsoft.com/office/drawing/2014/main" id="{93D2AE17-C5D2-4DE8-A7BA-311975C1CD5F}"/>
              </a:ext>
            </a:extLst>
          </p:cNvPr>
          <p:cNvSpPr>
            <a:spLocks noGrp="1"/>
          </p:cNvSpPr>
          <p:nvPr/>
        </p:nvSpPr>
        <p:spPr>
          <a:xfrm>
            <a:off x="476250" y="552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1</a:t>
            </a:r>
          </a:p>
        </p:txBody>
      </p:sp>
      <p:sp>
        <p:nvSpPr>
          <p:cNvPr id="5" name="title-1">
            <a:extLst>
              <a:ext uri="{FF2B5EF4-FFF2-40B4-BE49-F238E27FC236}">
                <a16:creationId xmlns:a16="http://schemas.microsoft.com/office/drawing/2014/main" id="{BD1F1D8F-342D-4517-AA53-3FD74231F454}"/>
              </a:ext>
            </a:extLst>
          </p:cNvPr>
          <p:cNvSpPr>
            <a:spLocks noGrp="1"/>
          </p:cNvSpPr>
          <p:nvPr/>
        </p:nvSpPr>
        <p:spPr>
          <a:xfrm>
            <a:off x="1200150" y="466725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Ouvrez le site officiel</a:t>
            </a:r>
          </a:p>
        </p:txBody>
      </p:sp>
      <p:sp>
        <p:nvSpPr>
          <p:cNvPr id="6" name="subtitle-1">
            <a:extLst>
              <a:ext uri="{FF2B5EF4-FFF2-40B4-BE49-F238E27FC236}">
                <a16:creationId xmlns:a16="http://schemas.microsoft.com/office/drawing/2014/main" id="{81CC46AA-29D2-41C6-9CCA-41383E75EDE0}"/>
              </a:ext>
            </a:extLst>
          </p:cNvPr>
          <p:cNvSpPr>
            <a:spLocks noGrp="1"/>
          </p:cNvSpPr>
          <p:nvPr/>
        </p:nvSpPr>
        <p:spPr>
          <a:xfrm>
            <a:off x="1200150" y="1019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Saisissez directement www.parispromax.com</a:t>
            </a:r>
          </a:p>
        </p:txBody>
      </p:sp>
      <p:sp>
        <p:nvSpPr>
          <p:cNvPr id="7" name="create-account-cta">
            <a:extLst>
              <a:ext uri="{FF2B5EF4-FFF2-40B4-BE49-F238E27FC236}">
                <a16:creationId xmlns:a16="http://schemas.microsoft.com/office/drawing/2014/main" id="{98CABF9F-8219-47F1-99B7-70A362B4DCA4}"/>
              </a:ext>
            </a:extLst>
          </p:cNvPr>
          <p:cNvSpPr>
            <a:spLocks noGrp="1"/>
          </p:cNvSpPr>
          <p:nvPr/>
        </p:nvSpPr>
        <p:spPr>
          <a:xfrm>
            <a:off x="1390650" y="8239125"/>
            <a:ext cx="4076700" cy="876300"/>
          </a:xfrm>
          <a:prstGeom prst="roundRect">
            <a:avLst>
              <a:gd name="adj" fmla="val 17391"/>
            </a:avLst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8" name="create-account-cta-text">
            <a:extLst>
              <a:ext uri="{FF2B5EF4-FFF2-40B4-BE49-F238E27FC236}">
                <a16:creationId xmlns:a16="http://schemas.microsoft.com/office/drawing/2014/main" id="{DE743E97-C509-4E5F-9698-39871DD8ECC7}"/>
              </a:ext>
            </a:extLst>
          </p:cNvPr>
          <p:cNvSpPr>
            <a:spLocks noGrp="1"/>
          </p:cNvSpPr>
          <p:nvPr/>
        </p:nvSpPr>
        <p:spPr>
          <a:xfrm>
            <a:off x="1485900" y="8439150"/>
            <a:ext cx="388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6111F"/>
                </a:solidFill>
              </a:defRPr>
            </a:pPr>
            <a:r>
              <a:rPr sz="2250" b="1">
                <a:solidFill>
                  <a:srgbClr val="06111F"/>
                </a:solidFill>
              </a:rPr>
              <a:t>Créer un compte  →</a:t>
            </a:r>
          </a:p>
        </p:txBody>
      </p:sp>
      <p:sp>
        <p:nvSpPr>
          <p:cNvPr id="9" name="footer-1">
            <a:extLst>
              <a:ext uri="{FF2B5EF4-FFF2-40B4-BE49-F238E27FC236}">
                <a16:creationId xmlns:a16="http://schemas.microsoft.com/office/drawing/2014/main" id="{6540349B-D173-453D-A098-D6213A144151}"/>
              </a:ext>
            </a:extLst>
          </p:cNvPr>
          <p:cNvSpPr>
            <a:spLocks noGrp="1"/>
          </p:cNvSpPr>
          <p:nvPr/>
        </p:nvSpPr>
        <p:spPr>
          <a:xfrm>
            <a:off x="266700" y="10382250"/>
            <a:ext cx="6324600" cy="1504950"/>
          </a:xfrm>
          <a:prstGeom prst="roundRect">
            <a:avLst>
              <a:gd name="adj" fmla="val 10127"/>
            </a:avLst>
          </a:prstGeom>
          <a:solidFill>
            <a:srgbClr val="06111F"/>
          </a:solidFill>
          <a:ln w="9525">
            <a:solidFill>
              <a:srgbClr val="36A3FF"/>
            </a:solidFill>
            <a:prstDash val="solid"/>
          </a:ln>
        </p:spPr>
      </p:sp>
      <p:sp>
        <p:nvSpPr>
          <p:cNvPr id="10" name="footer-copy-1">
            <a:extLst>
              <a:ext uri="{FF2B5EF4-FFF2-40B4-BE49-F238E27FC236}">
                <a16:creationId xmlns:a16="http://schemas.microsoft.com/office/drawing/2014/main" id="{230E53DE-738B-4663-8C27-624738C67280}"/>
              </a:ext>
            </a:extLst>
          </p:cNvPr>
          <p:cNvSpPr>
            <a:spLocks noGrp="1"/>
          </p:cNvSpPr>
          <p:nvPr/>
        </p:nvSpPr>
        <p:spPr>
          <a:xfrm>
            <a:off x="514350" y="10610850"/>
            <a:ext cx="582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1" name="footer-disclaimer-1">
            <a:extLst>
              <a:ext uri="{FF2B5EF4-FFF2-40B4-BE49-F238E27FC236}">
                <a16:creationId xmlns:a16="http://schemas.microsoft.com/office/drawing/2014/main" id="{E8C920FA-8EFA-4CB3-9421-FFA371E616C3}"/>
              </a:ext>
            </a:extLst>
          </p:cNvPr>
          <p:cNvSpPr>
            <a:spLocks noGrp="1"/>
          </p:cNvSpPr>
          <p:nvPr/>
        </p:nvSpPr>
        <p:spPr>
          <a:xfrm>
            <a:off x="514350" y="11277600"/>
            <a:ext cx="582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  <p:pic>
        <p:nvPicPr>
          <p:cNvPr id="13" name="narration-02">
            <a:hlinkClick r:id="" action="ppaction://media"/>
            <a:extLst>
              <a:ext uri="{FF2B5EF4-FFF2-40B4-BE49-F238E27FC236}">
                <a16:creationId xmlns:a16="http://schemas.microsoft.com/office/drawing/2014/main" id="{B006DBDB-DCBA-4864-B928-83AB6630CB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49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540"/>
    </mc:Choice>
    <mc:Fallback>
      <p:transition spd="slow" advClick="0" advTm="4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2" name="header-panel-2">
            <a:extLst>
              <a:ext uri="{FF2B5EF4-FFF2-40B4-BE49-F238E27FC236}">
                <a16:creationId xmlns:a16="http://schemas.microsoft.com/office/drawing/2014/main" id="{FA0F5A9E-6E84-4D55-A865-3C065CCB10DE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324600" cy="1390650"/>
          </a:xfrm>
          <a:prstGeom prst="roundRect">
            <a:avLst>
              <a:gd name="adj" fmla="val 10959"/>
            </a:avLst>
          </a:prstGeom>
          <a:solidFill>
            <a:srgbClr val="06111F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3" name="step-2">
            <a:extLst>
              <a:ext uri="{FF2B5EF4-FFF2-40B4-BE49-F238E27FC236}">
                <a16:creationId xmlns:a16="http://schemas.microsoft.com/office/drawing/2014/main" id="{EDDBFC6B-9BFA-4A8C-BF01-A50552DD8B6E}"/>
              </a:ext>
            </a:extLst>
          </p:cNvPr>
          <p:cNvSpPr>
            <a:spLocks noGrp="1"/>
          </p:cNvSpPr>
          <p:nvPr/>
        </p:nvSpPr>
        <p:spPr>
          <a:xfrm>
            <a:off x="476250" y="495300"/>
            <a:ext cx="552450" cy="55245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step-text-2">
            <a:extLst>
              <a:ext uri="{FF2B5EF4-FFF2-40B4-BE49-F238E27FC236}">
                <a16:creationId xmlns:a16="http://schemas.microsoft.com/office/drawing/2014/main" id="{6BB0A4B5-9B21-46D2-8C26-D73761B2D1AA}"/>
              </a:ext>
            </a:extLst>
          </p:cNvPr>
          <p:cNvSpPr>
            <a:spLocks noGrp="1"/>
          </p:cNvSpPr>
          <p:nvPr/>
        </p:nvSpPr>
        <p:spPr>
          <a:xfrm>
            <a:off x="476250" y="552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2</a:t>
            </a:r>
          </a:p>
        </p:txBody>
      </p:sp>
      <p:sp>
        <p:nvSpPr>
          <p:cNvPr id="5" name="title-2">
            <a:extLst>
              <a:ext uri="{FF2B5EF4-FFF2-40B4-BE49-F238E27FC236}">
                <a16:creationId xmlns:a16="http://schemas.microsoft.com/office/drawing/2014/main" id="{276EBA12-C66B-4CB5-9188-64956066E5BE}"/>
              </a:ext>
            </a:extLst>
          </p:cNvPr>
          <p:cNvSpPr>
            <a:spLocks noGrp="1"/>
          </p:cNvSpPr>
          <p:nvPr/>
        </p:nvSpPr>
        <p:spPr>
          <a:xfrm>
            <a:off x="1200150" y="466725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Renseignez votre identité</a:t>
            </a:r>
          </a:p>
        </p:txBody>
      </p:sp>
      <p:sp>
        <p:nvSpPr>
          <p:cNvPr id="6" name="subtitle-2">
            <a:extLst>
              <a:ext uri="{FF2B5EF4-FFF2-40B4-BE49-F238E27FC236}">
                <a16:creationId xmlns:a16="http://schemas.microsoft.com/office/drawing/2014/main" id="{CFC3D7DB-6318-4EC8-8762-797A572D3A24}"/>
              </a:ext>
            </a:extLst>
          </p:cNvPr>
          <p:cNvSpPr>
            <a:spLocks noGrp="1"/>
          </p:cNvSpPr>
          <p:nvPr/>
        </p:nvSpPr>
        <p:spPr>
          <a:xfrm>
            <a:off x="1200150" y="1019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Prénom, nom, date et lieu de naissance</a:t>
            </a:r>
          </a:p>
        </p:txBody>
      </p:sp>
      <p:sp>
        <p:nvSpPr>
          <p:cNvPr id="7" name="identity-highlight">
            <a:extLst>
              <a:ext uri="{FF2B5EF4-FFF2-40B4-BE49-F238E27FC236}">
                <a16:creationId xmlns:a16="http://schemas.microsoft.com/office/drawing/2014/main" id="{710C197A-02E5-49A3-BB28-3E9A0AD57D7B}"/>
              </a:ext>
            </a:extLst>
          </p:cNvPr>
          <p:cNvSpPr>
            <a:spLocks noGrp="1"/>
          </p:cNvSpPr>
          <p:nvPr/>
        </p:nvSpPr>
        <p:spPr>
          <a:xfrm>
            <a:off x="1600200" y="4171950"/>
            <a:ext cx="3695700" cy="1047750"/>
          </a:xfrm>
          <a:prstGeom prst="roundRect">
            <a:avLst>
              <a:gd name="adj" fmla="val 10909"/>
            </a:avLst>
          </a:prstGeom>
          <a:noFill/>
          <a:ln w="47625">
            <a:solidFill>
              <a:srgbClr val="2DE2A0"/>
            </a:solidFill>
            <a:prstDash val="solid"/>
          </a:ln>
        </p:spPr>
      </p:sp>
      <p:sp>
        <p:nvSpPr>
          <p:cNvPr id="8" name="footer-2">
            <a:extLst>
              <a:ext uri="{FF2B5EF4-FFF2-40B4-BE49-F238E27FC236}">
                <a16:creationId xmlns:a16="http://schemas.microsoft.com/office/drawing/2014/main" id="{EC6E48B6-A741-4699-ADBE-6FEE9AF8350E}"/>
              </a:ext>
            </a:extLst>
          </p:cNvPr>
          <p:cNvSpPr>
            <a:spLocks noGrp="1"/>
          </p:cNvSpPr>
          <p:nvPr/>
        </p:nvSpPr>
        <p:spPr>
          <a:xfrm>
            <a:off x="266700" y="10382250"/>
            <a:ext cx="6324600" cy="1504950"/>
          </a:xfrm>
          <a:prstGeom prst="roundRect">
            <a:avLst>
              <a:gd name="adj" fmla="val 10127"/>
            </a:avLst>
          </a:prstGeom>
          <a:solidFill>
            <a:srgbClr val="06111F"/>
          </a:solidFill>
          <a:ln w="9525">
            <a:solidFill>
              <a:srgbClr val="36A3FF"/>
            </a:solidFill>
            <a:prstDash val="solid"/>
          </a:ln>
        </p:spPr>
      </p:sp>
      <p:sp>
        <p:nvSpPr>
          <p:cNvPr id="9" name="footer-copy-2">
            <a:extLst>
              <a:ext uri="{FF2B5EF4-FFF2-40B4-BE49-F238E27FC236}">
                <a16:creationId xmlns:a16="http://schemas.microsoft.com/office/drawing/2014/main" id="{327CC608-C76B-415E-A428-595DC396A744}"/>
              </a:ext>
            </a:extLst>
          </p:cNvPr>
          <p:cNvSpPr>
            <a:spLocks noGrp="1"/>
          </p:cNvSpPr>
          <p:nvPr/>
        </p:nvSpPr>
        <p:spPr>
          <a:xfrm>
            <a:off x="514350" y="10610850"/>
            <a:ext cx="582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2">
            <a:extLst>
              <a:ext uri="{FF2B5EF4-FFF2-40B4-BE49-F238E27FC236}">
                <a16:creationId xmlns:a16="http://schemas.microsoft.com/office/drawing/2014/main" id="{31683809-407D-4F59-84B7-6E2C71E9DCFB}"/>
              </a:ext>
            </a:extLst>
          </p:cNvPr>
          <p:cNvSpPr>
            <a:spLocks noGrp="1"/>
          </p:cNvSpPr>
          <p:nvPr/>
        </p:nvSpPr>
        <p:spPr>
          <a:xfrm>
            <a:off x="514350" y="11277600"/>
            <a:ext cx="582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  <p:pic>
        <p:nvPicPr>
          <p:cNvPr id="12" name="narration-03">
            <a:hlinkClick r:id="" action="ppaction://media"/>
            <a:extLst>
              <a:ext uri="{FF2B5EF4-FFF2-40B4-BE49-F238E27FC236}">
                <a16:creationId xmlns:a16="http://schemas.microsoft.com/office/drawing/2014/main" id="{09FB3D3E-30A9-6FB6-C526-C0DCBC314E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90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290"/>
    </mc:Choice>
    <mc:Fallback>
      <p:transition spd="slow" advClick="0" advTm="4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2" name="header-panel-3">
            <a:extLst>
              <a:ext uri="{FF2B5EF4-FFF2-40B4-BE49-F238E27FC236}">
                <a16:creationId xmlns:a16="http://schemas.microsoft.com/office/drawing/2014/main" id="{7EA73EBC-BD14-4F67-817F-3F97F0883EB6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324600" cy="1390650"/>
          </a:xfrm>
          <a:prstGeom prst="roundRect">
            <a:avLst>
              <a:gd name="adj" fmla="val 10959"/>
            </a:avLst>
          </a:prstGeom>
          <a:solidFill>
            <a:srgbClr val="06111F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3" name="step-3">
            <a:extLst>
              <a:ext uri="{FF2B5EF4-FFF2-40B4-BE49-F238E27FC236}">
                <a16:creationId xmlns:a16="http://schemas.microsoft.com/office/drawing/2014/main" id="{80B185B8-5E39-48FA-9AE2-06CD2E8CD882}"/>
              </a:ext>
            </a:extLst>
          </p:cNvPr>
          <p:cNvSpPr>
            <a:spLocks noGrp="1"/>
          </p:cNvSpPr>
          <p:nvPr/>
        </p:nvSpPr>
        <p:spPr>
          <a:xfrm>
            <a:off x="476250" y="495300"/>
            <a:ext cx="552450" cy="55245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step-text-3">
            <a:extLst>
              <a:ext uri="{FF2B5EF4-FFF2-40B4-BE49-F238E27FC236}">
                <a16:creationId xmlns:a16="http://schemas.microsoft.com/office/drawing/2014/main" id="{EEAA3C81-253D-47E7-9074-E7642D6D54CD}"/>
              </a:ext>
            </a:extLst>
          </p:cNvPr>
          <p:cNvSpPr>
            <a:spLocks noGrp="1"/>
          </p:cNvSpPr>
          <p:nvPr/>
        </p:nvSpPr>
        <p:spPr>
          <a:xfrm>
            <a:off x="476250" y="552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3</a:t>
            </a:r>
          </a:p>
        </p:txBody>
      </p:sp>
      <p:sp>
        <p:nvSpPr>
          <p:cNvPr id="5" name="title-3">
            <a:extLst>
              <a:ext uri="{FF2B5EF4-FFF2-40B4-BE49-F238E27FC236}">
                <a16:creationId xmlns:a16="http://schemas.microsoft.com/office/drawing/2014/main" id="{383CE55B-9333-49F8-B870-5A45285267C0}"/>
              </a:ext>
            </a:extLst>
          </p:cNvPr>
          <p:cNvSpPr>
            <a:spLocks noGrp="1"/>
          </p:cNvSpPr>
          <p:nvPr/>
        </p:nvSpPr>
        <p:spPr>
          <a:xfrm>
            <a:off x="1200150" y="466725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Sécurisez votre accès</a:t>
            </a:r>
          </a:p>
        </p:txBody>
      </p:sp>
      <p:sp>
        <p:nvSpPr>
          <p:cNvPr id="6" name="subtitle-3">
            <a:extLst>
              <a:ext uri="{FF2B5EF4-FFF2-40B4-BE49-F238E27FC236}">
                <a16:creationId xmlns:a16="http://schemas.microsoft.com/office/drawing/2014/main" id="{55D2A029-9648-48C2-AB30-D6D5C5A93B3E}"/>
              </a:ext>
            </a:extLst>
          </p:cNvPr>
          <p:cNvSpPr>
            <a:spLocks noGrp="1"/>
          </p:cNvSpPr>
          <p:nvPr/>
        </p:nvSpPr>
        <p:spPr>
          <a:xfrm>
            <a:off x="1200150" y="1019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Pays, téléphone et mot de passe personnel</a:t>
            </a:r>
          </a:p>
        </p:txBody>
      </p:sp>
      <p:sp>
        <p:nvSpPr>
          <p:cNvPr id="7" name="access-highlight">
            <a:extLst>
              <a:ext uri="{FF2B5EF4-FFF2-40B4-BE49-F238E27FC236}">
                <a16:creationId xmlns:a16="http://schemas.microsoft.com/office/drawing/2014/main" id="{7C7FACC0-704D-495B-8251-EA1AD59EEBED}"/>
              </a:ext>
            </a:extLst>
          </p:cNvPr>
          <p:cNvSpPr>
            <a:spLocks noGrp="1"/>
          </p:cNvSpPr>
          <p:nvPr/>
        </p:nvSpPr>
        <p:spPr>
          <a:xfrm>
            <a:off x="1600200" y="5219700"/>
            <a:ext cx="3695700" cy="1504950"/>
          </a:xfrm>
          <a:prstGeom prst="roundRect">
            <a:avLst>
              <a:gd name="adj" fmla="val 7595"/>
            </a:avLst>
          </a:prstGeom>
          <a:noFill/>
          <a:ln w="47625">
            <a:solidFill>
              <a:srgbClr val="36A3FF"/>
            </a:solidFill>
            <a:prstDash val="solid"/>
          </a:ln>
        </p:spPr>
      </p:sp>
      <p:sp>
        <p:nvSpPr>
          <p:cNvPr id="8" name="footer-3">
            <a:extLst>
              <a:ext uri="{FF2B5EF4-FFF2-40B4-BE49-F238E27FC236}">
                <a16:creationId xmlns:a16="http://schemas.microsoft.com/office/drawing/2014/main" id="{618DDD7C-AEC9-4E01-BF73-D6417CE74529}"/>
              </a:ext>
            </a:extLst>
          </p:cNvPr>
          <p:cNvSpPr>
            <a:spLocks noGrp="1"/>
          </p:cNvSpPr>
          <p:nvPr/>
        </p:nvSpPr>
        <p:spPr>
          <a:xfrm>
            <a:off x="266700" y="10382250"/>
            <a:ext cx="6324600" cy="1504950"/>
          </a:xfrm>
          <a:prstGeom prst="roundRect">
            <a:avLst>
              <a:gd name="adj" fmla="val 10127"/>
            </a:avLst>
          </a:prstGeom>
          <a:solidFill>
            <a:srgbClr val="06111F"/>
          </a:solidFill>
          <a:ln w="9525">
            <a:solidFill>
              <a:srgbClr val="36A3FF"/>
            </a:solidFill>
            <a:prstDash val="solid"/>
          </a:ln>
        </p:spPr>
      </p:sp>
      <p:sp>
        <p:nvSpPr>
          <p:cNvPr id="9" name="footer-copy-3">
            <a:extLst>
              <a:ext uri="{FF2B5EF4-FFF2-40B4-BE49-F238E27FC236}">
                <a16:creationId xmlns:a16="http://schemas.microsoft.com/office/drawing/2014/main" id="{24ACDC90-144F-4497-BB32-453095C41F07}"/>
              </a:ext>
            </a:extLst>
          </p:cNvPr>
          <p:cNvSpPr>
            <a:spLocks noGrp="1"/>
          </p:cNvSpPr>
          <p:nvPr/>
        </p:nvSpPr>
        <p:spPr>
          <a:xfrm>
            <a:off x="514350" y="10610850"/>
            <a:ext cx="582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3">
            <a:extLst>
              <a:ext uri="{FF2B5EF4-FFF2-40B4-BE49-F238E27FC236}">
                <a16:creationId xmlns:a16="http://schemas.microsoft.com/office/drawing/2014/main" id="{6249986E-A493-484D-873B-F129C85E650C}"/>
              </a:ext>
            </a:extLst>
          </p:cNvPr>
          <p:cNvSpPr>
            <a:spLocks noGrp="1"/>
          </p:cNvSpPr>
          <p:nvPr/>
        </p:nvSpPr>
        <p:spPr>
          <a:xfrm>
            <a:off x="514350" y="11277600"/>
            <a:ext cx="582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  <p:pic>
        <p:nvPicPr>
          <p:cNvPr id="12" name="narration-04">
            <a:hlinkClick r:id="" action="ppaction://media"/>
            <a:extLst>
              <a:ext uri="{FF2B5EF4-FFF2-40B4-BE49-F238E27FC236}">
                <a16:creationId xmlns:a16="http://schemas.microsoft.com/office/drawing/2014/main" id="{DE55DFA3-9996-5502-622F-2BC3FD4883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63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10"/>
    </mc:Choice>
    <mc:Fallback>
      <p:transition spd="slow" advClick="0" advTm="50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6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2" name="header-panel-4">
            <a:extLst>
              <a:ext uri="{FF2B5EF4-FFF2-40B4-BE49-F238E27FC236}">
                <a16:creationId xmlns:a16="http://schemas.microsoft.com/office/drawing/2014/main" id="{2821FECD-DC03-4CB8-B823-1D073AC03650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324600" cy="1390650"/>
          </a:xfrm>
          <a:prstGeom prst="roundRect">
            <a:avLst>
              <a:gd name="adj" fmla="val 10959"/>
            </a:avLst>
          </a:prstGeom>
          <a:solidFill>
            <a:srgbClr val="06111F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3" name="step-4">
            <a:extLst>
              <a:ext uri="{FF2B5EF4-FFF2-40B4-BE49-F238E27FC236}">
                <a16:creationId xmlns:a16="http://schemas.microsoft.com/office/drawing/2014/main" id="{E0BFE4F3-9D93-498B-9846-9F69048341DA}"/>
              </a:ext>
            </a:extLst>
          </p:cNvPr>
          <p:cNvSpPr>
            <a:spLocks noGrp="1"/>
          </p:cNvSpPr>
          <p:nvPr/>
        </p:nvSpPr>
        <p:spPr>
          <a:xfrm>
            <a:off x="476250" y="495300"/>
            <a:ext cx="552450" cy="55245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step-text-4">
            <a:extLst>
              <a:ext uri="{FF2B5EF4-FFF2-40B4-BE49-F238E27FC236}">
                <a16:creationId xmlns:a16="http://schemas.microsoft.com/office/drawing/2014/main" id="{6AC9D861-284F-448C-8AF5-4C66982A17D1}"/>
              </a:ext>
            </a:extLst>
          </p:cNvPr>
          <p:cNvSpPr>
            <a:spLocks noGrp="1"/>
          </p:cNvSpPr>
          <p:nvPr/>
        </p:nvSpPr>
        <p:spPr>
          <a:xfrm>
            <a:off x="476250" y="552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4</a:t>
            </a:r>
          </a:p>
        </p:txBody>
      </p:sp>
      <p:sp>
        <p:nvSpPr>
          <p:cNvPr id="5" name="title-4">
            <a:extLst>
              <a:ext uri="{FF2B5EF4-FFF2-40B4-BE49-F238E27FC236}">
                <a16:creationId xmlns:a16="http://schemas.microsoft.com/office/drawing/2014/main" id="{A6C72C91-3EF1-4BB9-8A09-C454B2443B96}"/>
              </a:ext>
            </a:extLst>
          </p:cNvPr>
          <p:cNvSpPr>
            <a:spLocks noGrp="1"/>
          </p:cNvSpPr>
          <p:nvPr/>
        </p:nvSpPr>
        <p:spPr>
          <a:xfrm>
            <a:off x="1200150" y="466725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Préparez la récupération</a:t>
            </a:r>
          </a:p>
        </p:txBody>
      </p:sp>
      <p:sp>
        <p:nvSpPr>
          <p:cNvPr id="6" name="subtitle-4">
            <a:extLst>
              <a:ext uri="{FF2B5EF4-FFF2-40B4-BE49-F238E27FC236}">
                <a16:creationId xmlns:a16="http://schemas.microsoft.com/office/drawing/2014/main" id="{3C57BE6D-8D98-466D-9DF1-C6F8CDB05E44}"/>
              </a:ext>
            </a:extLst>
          </p:cNvPr>
          <p:cNvSpPr>
            <a:spLocks noGrp="1"/>
          </p:cNvSpPr>
          <p:nvPr/>
        </p:nvSpPr>
        <p:spPr>
          <a:xfrm>
            <a:off x="1200150" y="1019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Choisissez une réponse connue de vous seul</a:t>
            </a:r>
          </a:p>
        </p:txBody>
      </p:sp>
      <p:sp>
        <p:nvSpPr>
          <p:cNvPr id="7" name="recovery-highlight">
            <a:extLst>
              <a:ext uri="{FF2B5EF4-FFF2-40B4-BE49-F238E27FC236}">
                <a16:creationId xmlns:a16="http://schemas.microsoft.com/office/drawing/2014/main" id="{EF563E1E-C79D-44CB-806C-8715D08434A7}"/>
              </a:ext>
            </a:extLst>
          </p:cNvPr>
          <p:cNvSpPr>
            <a:spLocks noGrp="1"/>
          </p:cNvSpPr>
          <p:nvPr/>
        </p:nvSpPr>
        <p:spPr>
          <a:xfrm>
            <a:off x="1600200" y="6657975"/>
            <a:ext cx="3695700" cy="1066800"/>
          </a:xfrm>
          <a:prstGeom prst="roundRect">
            <a:avLst>
              <a:gd name="adj" fmla="val 10714"/>
            </a:avLst>
          </a:prstGeom>
          <a:noFill/>
          <a:ln w="47625">
            <a:solidFill>
              <a:srgbClr val="F2C14E"/>
            </a:solidFill>
            <a:prstDash val="solid"/>
          </a:ln>
        </p:spPr>
      </p:sp>
      <p:sp>
        <p:nvSpPr>
          <p:cNvPr id="8" name="footer-4">
            <a:extLst>
              <a:ext uri="{FF2B5EF4-FFF2-40B4-BE49-F238E27FC236}">
                <a16:creationId xmlns:a16="http://schemas.microsoft.com/office/drawing/2014/main" id="{F543C7C7-A02F-441E-B4C9-4CDFEB4D3380}"/>
              </a:ext>
            </a:extLst>
          </p:cNvPr>
          <p:cNvSpPr>
            <a:spLocks noGrp="1"/>
          </p:cNvSpPr>
          <p:nvPr/>
        </p:nvSpPr>
        <p:spPr>
          <a:xfrm>
            <a:off x="266700" y="10382250"/>
            <a:ext cx="6324600" cy="1504950"/>
          </a:xfrm>
          <a:prstGeom prst="roundRect">
            <a:avLst>
              <a:gd name="adj" fmla="val 10127"/>
            </a:avLst>
          </a:prstGeom>
          <a:solidFill>
            <a:srgbClr val="06111F"/>
          </a:solidFill>
          <a:ln w="9525">
            <a:solidFill>
              <a:srgbClr val="36A3FF"/>
            </a:solidFill>
            <a:prstDash val="solid"/>
          </a:ln>
        </p:spPr>
      </p:sp>
      <p:sp>
        <p:nvSpPr>
          <p:cNvPr id="9" name="footer-copy-4">
            <a:extLst>
              <a:ext uri="{FF2B5EF4-FFF2-40B4-BE49-F238E27FC236}">
                <a16:creationId xmlns:a16="http://schemas.microsoft.com/office/drawing/2014/main" id="{2D880A6F-55AF-4E4D-A070-F508AEB089F1}"/>
              </a:ext>
            </a:extLst>
          </p:cNvPr>
          <p:cNvSpPr>
            <a:spLocks noGrp="1"/>
          </p:cNvSpPr>
          <p:nvPr/>
        </p:nvSpPr>
        <p:spPr>
          <a:xfrm>
            <a:off x="514350" y="10610850"/>
            <a:ext cx="582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4">
            <a:extLst>
              <a:ext uri="{FF2B5EF4-FFF2-40B4-BE49-F238E27FC236}">
                <a16:creationId xmlns:a16="http://schemas.microsoft.com/office/drawing/2014/main" id="{7360E236-D3AC-4F5B-96F3-F8F47177B8A8}"/>
              </a:ext>
            </a:extLst>
          </p:cNvPr>
          <p:cNvSpPr>
            <a:spLocks noGrp="1"/>
          </p:cNvSpPr>
          <p:nvPr/>
        </p:nvSpPr>
        <p:spPr>
          <a:xfrm>
            <a:off x="514350" y="11277600"/>
            <a:ext cx="582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  <p:pic>
        <p:nvPicPr>
          <p:cNvPr id="12" name="narration-05">
            <a:hlinkClick r:id="" action="ppaction://media"/>
            <a:extLst>
              <a:ext uri="{FF2B5EF4-FFF2-40B4-BE49-F238E27FC236}">
                <a16:creationId xmlns:a16="http://schemas.microsoft.com/office/drawing/2014/main" id="{A45F6CB8-C64A-4CEA-425B-DDBFDCED40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03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280"/>
    </mc:Choice>
    <mc:Fallback>
      <p:transition spd="slow" advClick="0" advTm="42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2" name="header-panel-5">
            <a:extLst>
              <a:ext uri="{FF2B5EF4-FFF2-40B4-BE49-F238E27FC236}">
                <a16:creationId xmlns:a16="http://schemas.microsoft.com/office/drawing/2014/main" id="{5C4CB139-12A6-467F-92EA-7E393EDDF7AC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324600" cy="1390650"/>
          </a:xfrm>
          <a:prstGeom prst="roundRect">
            <a:avLst>
              <a:gd name="adj" fmla="val 10959"/>
            </a:avLst>
          </a:prstGeom>
          <a:solidFill>
            <a:srgbClr val="06111F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3" name="step-5">
            <a:extLst>
              <a:ext uri="{FF2B5EF4-FFF2-40B4-BE49-F238E27FC236}">
                <a16:creationId xmlns:a16="http://schemas.microsoft.com/office/drawing/2014/main" id="{46475EF9-6A3F-4B87-BDE1-11C64B2F023A}"/>
              </a:ext>
            </a:extLst>
          </p:cNvPr>
          <p:cNvSpPr>
            <a:spLocks noGrp="1"/>
          </p:cNvSpPr>
          <p:nvPr/>
        </p:nvSpPr>
        <p:spPr>
          <a:xfrm>
            <a:off x="476250" y="495300"/>
            <a:ext cx="552450" cy="55245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step-text-5">
            <a:extLst>
              <a:ext uri="{FF2B5EF4-FFF2-40B4-BE49-F238E27FC236}">
                <a16:creationId xmlns:a16="http://schemas.microsoft.com/office/drawing/2014/main" id="{F30368AB-80E4-4414-B6A8-9E90D1A2A173}"/>
              </a:ext>
            </a:extLst>
          </p:cNvPr>
          <p:cNvSpPr>
            <a:spLocks noGrp="1"/>
          </p:cNvSpPr>
          <p:nvPr/>
        </p:nvSpPr>
        <p:spPr>
          <a:xfrm>
            <a:off x="476250" y="552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5</a:t>
            </a:r>
          </a:p>
        </p:txBody>
      </p:sp>
      <p:sp>
        <p:nvSpPr>
          <p:cNvPr id="5" name="title-5">
            <a:extLst>
              <a:ext uri="{FF2B5EF4-FFF2-40B4-BE49-F238E27FC236}">
                <a16:creationId xmlns:a16="http://schemas.microsoft.com/office/drawing/2014/main" id="{FAF80CA3-58E0-4AB9-A10B-F11439E6D9C2}"/>
              </a:ext>
            </a:extLst>
          </p:cNvPr>
          <p:cNvSpPr>
            <a:spLocks noGrp="1"/>
          </p:cNvSpPr>
          <p:nvPr/>
        </p:nvSpPr>
        <p:spPr>
          <a:xfrm>
            <a:off x="1200150" y="466725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Finalisez votre inscription</a:t>
            </a:r>
          </a:p>
        </p:txBody>
      </p:sp>
      <p:sp>
        <p:nvSpPr>
          <p:cNvPr id="6" name="subtitle-5">
            <a:extLst>
              <a:ext uri="{FF2B5EF4-FFF2-40B4-BE49-F238E27FC236}">
                <a16:creationId xmlns:a16="http://schemas.microsoft.com/office/drawing/2014/main" id="{D88F1468-63C2-4E1F-B42C-97FA6F1871F6}"/>
              </a:ext>
            </a:extLst>
          </p:cNvPr>
          <p:cNvSpPr>
            <a:spLocks noGrp="1"/>
          </p:cNvSpPr>
          <p:nvPr/>
        </p:nvSpPr>
        <p:spPr>
          <a:xfrm>
            <a:off x="1200150" y="1019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Parrainage facultatif • majorité obligatoire</a:t>
            </a:r>
          </a:p>
        </p:txBody>
      </p:sp>
      <p:sp>
        <p:nvSpPr>
          <p:cNvPr id="7" name="referral-highlight">
            <a:extLst>
              <a:ext uri="{FF2B5EF4-FFF2-40B4-BE49-F238E27FC236}">
                <a16:creationId xmlns:a16="http://schemas.microsoft.com/office/drawing/2014/main" id="{67D326D3-A55B-4AAE-A24E-499E021993F4}"/>
              </a:ext>
            </a:extLst>
          </p:cNvPr>
          <p:cNvSpPr>
            <a:spLocks noGrp="1"/>
          </p:cNvSpPr>
          <p:nvPr/>
        </p:nvSpPr>
        <p:spPr>
          <a:xfrm>
            <a:off x="1600200" y="7658100"/>
            <a:ext cx="3695700" cy="533400"/>
          </a:xfrm>
          <a:prstGeom prst="roundRect">
            <a:avLst>
              <a:gd name="adj" fmla="val 21429"/>
            </a:avLst>
          </a:prstGeom>
          <a:noFill/>
          <a:ln w="47625">
            <a:solidFill>
              <a:srgbClr val="2DE2A0"/>
            </a:solidFill>
            <a:prstDash val="solid"/>
          </a:ln>
        </p:spPr>
      </p:sp>
      <p:sp>
        <p:nvSpPr>
          <p:cNvPr id="8" name="adult-highlight">
            <a:extLst>
              <a:ext uri="{FF2B5EF4-FFF2-40B4-BE49-F238E27FC236}">
                <a16:creationId xmlns:a16="http://schemas.microsoft.com/office/drawing/2014/main" id="{DE8A23B7-F2B1-46D9-B135-1C55888E1996}"/>
              </a:ext>
            </a:extLst>
          </p:cNvPr>
          <p:cNvSpPr>
            <a:spLocks noGrp="1"/>
          </p:cNvSpPr>
          <p:nvPr/>
        </p:nvSpPr>
        <p:spPr>
          <a:xfrm>
            <a:off x="1600200" y="8201025"/>
            <a:ext cx="3695700" cy="619125"/>
          </a:xfrm>
          <a:prstGeom prst="roundRect">
            <a:avLst>
              <a:gd name="adj" fmla="val 18462"/>
            </a:avLst>
          </a:prstGeom>
          <a:noFill/>
          <a:ln w="47625">
            <a:solidFill>
              <a:srgbClr val="36A3FF"/>
            </a:solidFill>
            <a:prstDash val="solid"/>
          </a:ln>
        </p:spPr>
      </p:sp>
      <p:sp>
        <p:nvSpPr>
          <p:cNvPr id="9" name="footer-5">
            <a:extLst>
              <a:ext uri="{FF2B5EF4-FFF2-40B4-BE49-F238E27FC236}">
                <a16:creationId xmlns:a16="http://schemas.microsoft.com/office/drawing/2014/main" id="{5D54823B-39BB-4674-8C61-CA145FC36E9F}"/>
              </a:ext>
            </a:extLst>
          </p:cNvPr>
          <p:cNvSpPr>
            <a:spLocks noGrp="1"/>
          </p:cNvSpPr>
          <p:nvPr/>
        </p:nvSpPr>
        <p:spPr>
          <a:xfrm>
            <a:off x="266700" y="10382250"/>
            <a:ext cx="6324600" cy="1504950"/>
          </a:xfrm>
          <a:prstGeom prst="roundRect">
            <a:avLst>
              <a:gd name="adj" fmla="val 10127"/>
            </a:avLst>
          </a:prstGeom>
          <a:solidFill>
            <a:srgbClr val="06111F"/>
          </a:solidFill>
          <a:ln w="9525">
            <a:solidFill>
              <a:srgbClr val="36A3FF"/>
            </a:solidFill>
            <a:prstDash val="solid"/>
          </a:ln>
        </p:spPr>
      </p:sp>
      <p:sp>
        <p:nvSpPr>
          <p:cNvPr id="10" name="footer-copy-5">
            <a:extLst>
              <a:ext uri="{FF2B5EF4-FFF2-40B4-BE49-F238E27FC236}">
                <a16:creationId xmlns:a16="http://schemas.microsoft.com/office/drawing/2014/main" id="{0809790B-9477-40F6-9A66-0D53AA71825B}"/>
              </a:ext>
            </a:extLst>
          </p:cNvPr>
          <p:cNvSpPr>
            <a:spLocks noGrp="1"/>
          </p:cNvSpPr>
          <p:nvPr/>
        </p:nvSpPr>
        <p:spPr>
          <a:xfrm>
            <a:off x="514350" y="10610850"/>
            <a:ext cx="582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1" name="footer-disclaimer-5">
            <a:extLst>
              <a:ext uri="{FF2B5EF4-FFF2-40B4-BE49-F238E27FC236}">
                <a16:creationId xmlns:a16="http://schemas.microsoft.com/office/drawing/2014/main" id="{393F7064-A910-4810-B656-5FCA318C715B}"/>
              </a:ext>
            </a:extLst>
          </p:cNvPr>
          <p:cNvSpPr>
            <a:spLocks noGrp="1"/>
          </p:cNvSpPr>
          <p:nvPr/>
        </p:nvSpPr>
        <p:spPr>
          <a:xfrm>
            <a:off x="514350" y="11277600"/>
            <a:ext cx="582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  <p:pic>
        <p:nvPicPr>
          <p:cNvPr id="13" name="narration-06">
            <a:hlinkClick r:id="" action="ppaction://media"/>
            <a:extLst>
              <a:ext uri="{FF2B5EF4-FFF2-40B4-BE49-F238E27FC236}">
                <a16:creationId xmlns:a16="http://schemas.microsoft.com/office/drawing/2014/main" id="{FB1EF445-65DD-81FC-D659-59627D48A6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03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910"/>
    </mc:Choice>
    <mc:Fallback>
      <p:transition spd="slow" advClick="0" advTm="59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5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-top-code">
            <a:extLst>
              <a:ext uri="{FF2B5EF4-FFF2-40B4-BE49-F238E27FC236}">
                <a16:creationId xmlns:a16="http://schemas.microsoft.com/office/drawing/2014/main" id="{A68AE767-AF55-48A1-9A27-6666583AEB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71450"/>
          </a:xfrm>
          <a:prstGeom prst="rect">
            <a:avLst/>
          </a:prstGeom>
          <a:solidFill>
            <a:srgbClr val="F2C14E"/>
          </a:solidFill>
          <a:ln w="0">
            <a:solidFill>
              <a:srgbClr val="F2C14E"/>
            </a:solidFill>
            <a:prstDash val="solid"/>
          </a:ln>
        </p:spPr>
      </p:sp>
      <p:sp>
        <p:nvSpPr>
          <p:cNvPr id="2" name="code-eyebrow">
            <a:extLst>
              <a:ext uri="{FF2B5EF4-FFF2-40B4-BE49-F238E27FC236}">
                <a16:creationId xmlns:a16="http://schemas.microsoft.com/office/drawing/2014/main" id="{97DC1477-372F-4A49-ABEB-B213BF873F1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2C14E"/>
                </a:solidFill>
              </a:defRPr>
            </a:pPr>
            <a:r>
              <a:rPr sz="1500" b="1">
                <a:solidFill>
                  <a:srgbClr val="F2C14E"/>
                </a:solidFill>
              </a:rPr>
              <a:t>À CONSERVER EN LIEU SÛR</a:t>
            </a:r>
          </a:p>
        </p:txBody>
      </p:sp>
      <p:sp>
        <p:nvSpPr>
          <p:cNvPr id="3" name="code-title">
            <a:extLst>
              <a:ext uri="{FF2B5EF4-FFF2-40B4-BE49-F238E27FC236}">
                <a16:creationId xmlns:a16="http://schemas.microsoft.com/office/drawing/2014/main" id="{6EF4EF25-2BCF-4D32-9033-651FE501D7B8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6769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825" b="1">
                <a:solidFill>
                  <a:srgbClr val="F5F8FC"/>
                </a:solidFill>
              </a:defRPr>
            </a:pPr>
            <a:r>
              <a:rPr sz="3825" b="1">
                <a:solidFill>
                  <a:srgbClr val="F5F8FC"/>
                </a:solidFill>
              </a:rPr>
              <a:t>Votre code de récupération</a:t>
            </a:r>
          </a:p>
        </p:txBody>
      </p:sp>
      <p:sp>
        <p:nvSpPr>
          <p:cNvPr id="4" name="code-card">
            <a:extLst>
              <a:ext uri="{FF2B5EF4-FFF2-40B4-BE49-F238E27FC236}">
                <a16:creationId xmlns:a16="http://schemas.microsoft.com/office/drawing/2014/main" id="{90D59E64-3BD5-4F9B-9EC7-9DA28B2735EC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5105400" cy="1809750"/>
          </a:xfrm>
          <a:prstGeom prst="roundRect">
            <a:avLst>
              <a:gd name="adj" fmla="val 8421"/>
            </a:avLst>
          </a:prstGeom>
          <a:solidFill>
            <a:srgbClr val="13253B"/>
          </a:solidFill>
          <a:ln w="28575">
            <a:solidFill>
              <a:srgbClr val="F2C14E"/>
            </a:solidFill>
            <a:prstDash val="solid"/>
          </a:ln>
        </p:spPr>
      </p:sp>
      <p:sp>
        <p:nvSpPr>
          <p:cNvPr id="5" name="code-placeholder">
            <a:extLst>
              <a:ext uri="{FF2B5EF4-FFF2-40B4-BE49-F238E27FC236}">
                <a16:creationId xmlns:a16="http://schemas.microsoft.com/office/drawing/2014/main" id="{C803336F-DFAA-46BC-A838-D26CF42ED445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4724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F5F8FC"/>
                </a:solidFill>
              </a:defRPr>
            </a:pPr>
            <a:r>
              <a:rPr sz="3600" b="1">
                <a:solidFill>
                  <a:srgbClr val="F5F8FC"/>
                </a:solidFill>
              </a:rPr>
              <a:t>XXXX – XXXX</a:t>
            </a:r>
          </a:p>
        </p:txBody>
      </p:sp>
      <p:sp>
        <p:nvSpPr>
          <p:cNvPr id="6" name="code-help">
            <a:extLst>
              <a:ext uri="{FF2B5EF4-FFF2-40B4-BE49-F238E27FC236}">
                <a16:creationId xmlns:a16="http://schemas.microsoft.com/office/drawing/2014/main" id="{D06EA433-70CD-4EBB-A81F-5FB70CB6B941}"/>
              </a:ext>
            </a:extLst>
          </p:cNvPr>
          <p:cNvSpPr>
            <a:spLocks noGrp="1"/>
          </p:cNvSpPr>
          <p:nvPr/>
        </p:nvSpPr>
        <p:spPr>
          <a:xfrm>
            <a:off x="781050" y="6762750"/>
            <a:ext cx="529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A8B8CB"/>
                </a:solidFill>
              </a:defRPr>
            </a:pPr>
            <a:r>
              <a:rPr sz="2100" b="0">
                <a:solidFill>
                  <a:srgbClr val="A8B8CB"/>
                </a:solidFill>
              </a:rPr>
              <a:t>Il permet de récupérer votre compte.</a:t>
            </a:r>
          </a:p>
          <a:p>
            <a:pPr algn="ctr">
              <a:defRPr sz="2100" b="0">
                <a:solidFill>
                  <a:srgbClr val="A8B8CB"/>
                </a:solidFill>
              </a:defRPr>
            </a:pPr>
            <a:r>
              <a:rPr sz="2100" b="0">
                <a:solidFill>
                  <a:srgbClr val="A8B8CB"/>
                </a:solidFill>
              </a:rPr>
              <a:t>Ne le partagez jamais.</a:t>
            </a:r>
          </a:p>
        </p:txBody>
      </p:sp>
      <p:sp>
        <p:nvSpPr>
          <p:cNvPr id="7" name="safety-line">
            <a:extLst>
              <a:ext uri="{FF2B5EF4-FFF2-40B4-BE49-F238E27FC236}">
                <a16:creationId xmlns:a16="http://schemas.microsoft.com/office/drawing/2014/main" id="{E72DDF94-54B1-4D25-8893-91C1F52BE7D6}"/>
              </a:ext>
            </a:extLst>
          </p:cNvPr>
          <p:cNvSpPr>
            <a:spLocks noGrp="1"/>
          </p:cNvSpPr>
          <p:nvPr/>
        </p:nvSpPr>
        <p:spPr>
          <a:xfrm>
            <a:off x="1238250" y="8477250"/>
            <a:ext cx="4381500" cy="781050"/>
          </a:xfrm>
          <a:prstGeom prst="roundRect">
            <a:avLst>
              <a:gd name="adj" fmla="val 14634"/>
            </a:avLst>
          </a:prstGeom>
          <a:solidFill>
            <a:srgbClr val="0D1D31"/>
          </a:solidFill>
          <a:ln w="19050">
            <a:solidFill>
              <a:srgbClr val="2DE2A0"/>
            </a:solidFill>
            <a:prstDash val="solid"/>
          </a:ln>
        </p:spPr>
      </p:sp>
      <p:sp>
        <p:nvSpPr>
          <p:cNvPr id="8" name="safety-line-text">
            <a:extLst>
              <a:ext uri="{FF2B5EF4-FFF2-40B4-BE49-F238E27FC236}">
                <a16:creationId xmlns:a16="http://schemas.microsoft.com/office/drawing/2014/main" id="{C0C93B3D-F0F9-4829-9B2F-D2CA149B71E5}"/>
              </a:ext>
            </a:extLst>
          </p:cNvPr>
          <p:cNvSpPr>
            <a:spLocks noGrp="1"/>
          </p:cNvSpPr>
          <p:nvPr/>
        </p:nvSpPr>
        <p:spPr>
          <a:xfrm>
            <a:off x="1381125" y="867727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Mot de passe • réponse • code : privés</a:t>
            </a:r>
          </a:p>
        </p:txBody>
      </p:sp>
      <p:sp>
        <p:nvSpPr>
          <p:cNvPr id="9" name="code-disclaimer">
            <a:extLst>
              <a:ext uri="{FF2B5EF4-FFF2-40B4-BE49-F238E27FC236}">
                <a16:creationId xmlns:a16="http://schemas.microsoft.com/office/drawing/2014/main" id="{9CDF7903-FCD2-4469-B051-30C67B405674}"/>
              </a:ext>
            </a:extLst>
          </p:cNvPr>
          <p:cNvSpPr>
            <a:spLocks noGrp="1"/>
          </p:cNvSpPr>
          <p:nvPr/>
        </p:nvSpPr>
        <p:spPr>
          <a:xfrm>
            <a:off x="685800" y="10287000"/>
            <a:ext cx="548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1849A"/>
                </a:solidFill>
              </a:defRPr>
            </a:pPr>
            <a:r>
              <a:rPr sz="1350" b="0">
                <a:solidFill>
                  <a:srgbClr val="71849A"/>
                </a:solidFill>
              </a:rPr>
              <a:t>ParisPromax ne demandera jamais ces informations dans un commentaire ou un message public.</a:t>
            </a:r>
          </a:p>
        </p:txBody>
      </p:sp>
      <p:pic>
        <p:nvPicPr>
          <p:cNvPr id="11" name="narration-07">
            <a:hlinkClick r:id="" action="ppaction://media"/>
            <a:extLst>
              <a:ext uri="{FF2B5EF4-FFF2-40B4-BE49-F238E27FC236}">
                <a16:creationId xmlns:a16="http://schemas.microsoft.com/office/drawing/2014/main" id="{B9B2FBEB-940B-447D-9EC2-61915ABF70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0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160"/>
    </mc:Choice>
    <mc:Fallback>
      <p:transition spd="slow" advClick="0" advTm="5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0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top-ready">
            <a:extLst>
              <a:ext uri="{FF2B5EF4-FFF2-40B4-BE49-F238E27FC236}">
                <a16:creationId xmlns:a16="http://schemas.microsoft.com/office/drawing/2014/main" id="{993925E1-4D2F-4F0F-B4CE-BC1BBE677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71450"/>
          </a:xfrm>
          <a:prstGeom prst="rect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476500" y="1143000"/>
            <a:ext cx="1905000" cy="1905000"/>
          </a:xfrm>
          <a:prstGeom prst="ellipse">
            <a:avLst/>
          </a:prstGeom>
        </p:spPr>
      </p:pic>
      <p:sp>
        <p:nvSpPr>
          <p:cNvPr id="3" name="check-circle">
            <a:extLst>
              <a:ext uri="{FF2B5EF4-FFF2-40B4-BE49-F238E27FC236}">
                <a16:creationId xmlns:a16="http://schemas.microsoft.com/office/drawing/2014/main" id="{71675CE7-7056-4E69-A6A5-5D39320FF64C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1143000" cy="1143000"/>
          </a:xfrm>
          <a:prstGeom prst="ellipse">
            <a:avLst/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4" name="check">
            <a:extLst>
              <a:ext uri="{FF2B5EF4-FFF2-40B4-BE49-F238E27FC236}">
                <a16:creationId xmlns:a16="http://schemas.microsoft.com/office/drawing/2014/main" id="{BC079936-0CD9-483E-939E-C20ECA19D03D}"/>
              </a:ext>
            </a:extLst>
          </p:cNvPr>
          <p:cNvSpPr>
            <a:spLocks noGrp="1"/>
          </p:cNvSpPr>
          <p:nvPr/>
        </p:nvSpPr>
        <p:spPr>
          <a:xfrm>
            <a:off x="2857500" y="3752850"/>
            <a:ext cx="114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0" b="1">
                <a:solidFill>
                  <a:srgbClr val="06111F"/>
                </a:solidFill>
              </a:defRPr>
            </a:pPr>
            <a:r>
              <a:rPr sz="4800" b="1">
                <a:solidFill>
                  <a:srgbClr val="06111F"/>
                </a:solidFill>
              </a:rPr>
              <a:t>✓</a:t>
            </a:r>
          </a:p>
        </p:txBody>
      </p:sp>
      <p:sp>
        <p:nvSpPr>
          <p:cNvPr id="5" name="ready-title">
            <a:extLst>
              <a:ext uri="{FF2B5EF4-FFF2-40B4-BE49-F238E27FC236}">
                <a16:creationId xmlns:a16="http://schemas.microsoft.com/office/drawing/2014/main" id="{C8619409-EC17-4C3A-B014-09FA9E24F493}"/>
              </a:ext>
            </a:extLst>
          </p:cNvPr>
          <p:cNvSpPr>
            <a:spLocks noGrp="1"/>
          </p:cNvSpPr>
          <p:nvPr/>
        </p:nvSpPr>
        <p:spPr>
          <a:xfrm>
            <a:off x="590550" y="5334000"/>
            <a:ext cx="567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F5F8FC"/>
                </a:solidFill>
              </a:defRPr>
            </a:pPr>
            <a:r>
              <a:rPr sz="4050" b="1">
                <a:solidFill>
                  <a:srgbClr val="F5F8FC"/>
                </a:solidFill>
              </a:rPr>
              <a:t>Votre compte est prêt</a:t>
            </a:r>
          </a:p>
        </p:txBody>
      </p:sp>
      <p:sp>
        <p:nvSpPr>
          <p:cNvPr id="6" name="ready-copy">
            <a:extLst>
              <a:ext uri="{FF2B5EF4-FFF2-40B4-BE49-F238E27FC236}">
                <a16:creationId xmlns:a16="http://schemas.microsoft.com/office/drawing/2014/main" id="{C5C8901F-BE4A-4EF7-A03C-B6973A0E260A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54102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A8B8CB"/>
                </a:solidFill>
              </a:defRPr>
            </a:pPr>
            <a:r>
              <a:rPr sz="2025" b="0">
                <a:solidFill>
                  <a:srgbClr val="A8B8CB"/>
                </a:solidFill>
              </a:rPr>
              <a:t>Connectez-vous pour consulter les courses, les analyses commentées et votre espace membre.</a:t>
            </a:r>
          </a:p>
        </p:txBody>
      </p:sp>
      <p:sp>
        <p:nvSpPr>
          <p:cNvPr id="7" name="ready-cta">
            <a:extLst>
              <a:ext uri="{FF2B5EF4-FFF2-40B4-BE49-F238E27FC236}">
                <a16:creationId xmlns:a16="http://schemas.microsoft.com/office/drawing/2014/main" id="{9541BC6E-5E6D-4125-A040-6F6565A839F6}"/>
              </a:ext>
            </a:extLst>
          </p:cNvPr>
          <p:cNvSpPr>
            <a:spLocks noGrp="1"/>
          </p:cNvSpPr>
          <p:nvPr/>
        </p:nvSpPr>
        <p:spPr>
          <a:xfrm>
            <a:off x="1047750" y="85725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2DE2A0"/>
          </a:solidFill>
          <a:ln w="0">
            <a:solidFill>
              <a:srgbClr val="2DE2A0"/>
            </a:solidFill>
            <a:prstDash val="solid"/>
          </a:ln>
        </p:spPr>
      </p:sp>
      <p:sp>
        <p:nvSpPr>
          <p:cNvPr id="8" name="ready-cta-text">
            <a:extLst>
              <a:ext uri="{FF2B5EF4-FFF2-40B4-BE49-F238E27FC236}">
                <a16:creationId xmlns:a16="http://schemas.microsoft.com/office/drawing/2014/main" id="{CB6A2298-AD49-42D7-BD8F-F672D7656D78}"/>
              </a:ext>
            </a:extLst>
          </p:cNvPr>
          <p:cNvSpPr>
            <a:spLocks noGrp="1"/>
          </p:cNvSpPr>
          <p:nvPr/>
        </p:nvSpPr>
        <p:spPr>
          <a:xfrm>
            <a:off x="1190625" y="878205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Découvrir ParisPromax  →</a:t>
            </a:r>
          </a:p>
        </p:txBody>
      </p:sp>
      <p:sp>
        <p:nvSpPr>
          <p:cNvPr id="9" name="ready-link">
            <a:extLst>
              <a:ext uri="{FF2B5EF4-FFF2-40B4-BE49-F238E27FC236}">
                <a16:creationId xmlns:a16="http://schemas.microsoft.com/office/drawing/2014/main" id="{E91640C0-0F38-4966-924C-807B21A8FFCD}"/>
              </a:ext>
            </a:extLst>
          </p:cNvPr>
          <p:cNvSpPr>
            <a:spLocks noGrp="1"/>
          </p:cNvSpPr>
          <p:nvPr/>
        </p:nvSpPr>
        <p:spPr>
          <a:xfrm>
            <a:off x="1047750" y="99250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36A3FF"/>
                </a:solidFill>
              </a:defRPr>
            </a:pPr>
            <a:r>
              <a:rPr sz="1575" b="1">
                <a:solidFill>
                  <a:srgbClr val="36A3FF"/>
                </a:solidFill>
              </a:rPr>
              <a:t>www.parispromax.com</a:t>
            </a:r>
          </a:p>
        </p:txBody>
      </p:sp>
      <p:sp>
        <p:nvSpPr>
          <p:cNvPr id="10" name="ready-disclaimer">
            <a:extLst>
              <a:ext uri="{FF2B5EF4-FFF2-40B4-BE49-F238E27FC236}">
                <a16:creationId xmlns:a16="http://schemas.microsoft.com/office/drawing/2014/main" id="{995E6999-4ECB-4F84-92BF-3622F56D8F22}"/>
              </a:ext>
            </a:extLst>
          </p:cNvPr>
          <p:cNvSpPr>
            <a:spLocks noGrp="1"/>
          </p:cNvSpPr>
          <p:nvPr/>
        </p:nvSpPr>
        <p:spPr>
          <a:xfrm>
            <a:off x="857250" y="111442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1849A"/>
                </a:solidFill>
              </a:defRPr>
            </a:pPr>
            <a:r>
              <a:rPr sz="1275" b="1">
                <a:solidFill>
                  <a:srgbClr val="71849A"/>
                </a:solidFill>
              </a:rPr>
              <a:t>Réservé aux 18+ • Aucun gain n’est garanti</a:t>
            </a:r>
          </a:p>
        </p:txBody>
      </p:sp>
      <p:pic>
        <p:nvPicPr>
          <p:cNvPr id="2" name="narration-08">
            <a:hlinkClick r:id="" action="ppaction://media"/>
            <a:extLst>
              <a:ext uri="{FF2B5EF4-FFF2-40B4-BE49-F238E27FC236}">
                <a16:creationId xmlns:a16="http://schemas.microsoft.com/office/drawing/2014/main" id="{977CD9AD-1800-45C4-D337-020FA3DCFF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1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110"/>
    </mc:Choice>
    <mc:Fallback>
      <p:transition spd="slow" advClick="0" advTm="61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DocSecurity>0</DocSecurity>
  <PresentationFormat>Grand écran</PresentationFormat>
  <Paragraphs>44</Paragraphs>
  <Slides>8</Slides>
  <Notes>8</Notes>
  <HiddenSlides>0</HiddenSlides>
  <MMClips>8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hp</cp:lastModifiedBy>
  <cp:revision>1</cp:revision>
  <dcterms:created xsi:type="dcterms:W3CDTF">2026-07-22T21:32:03Z</dcterms:created>
  <dcterms:modified xsi:type="dcterms:W3CDTF">2026-07-22T21:38:35Z</dcterms:modified>
</cp:coreProperties>
</file>