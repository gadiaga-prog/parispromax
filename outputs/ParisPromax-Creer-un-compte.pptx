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d12d6762aa4908" /><Relationship Type="http://schemas.openxmlformats.org/officeDocument/2006/relationships/extended-properties" Target="/docProps/app.xml" Id="Rb2ce6d9e196f4ee1" /><Relationship Type="http://schemas.openxmlformats.org/officeDocument/2006/relationships/officeDocument" Target="/ppt/presentation.xml" Id="R5d594c3a557547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c347405c6f4edf"/>
  </p:sldMasterIdLst>
  <p:notesMasterIdLst>
    <p:notesMasterId xmlns:r="http://schemas.openxmlformats.org/officeDocument/2006/relationships" r:id="R0d8c551534f74645"/>
  </p:notesMasterIdLst>
  <p:sldIdLst>
    <p:sldId xmlns:r="http://schemas.openxmlformats.org/officeDocument/2006/relationships" id="256" r:id="R849e25bbe76c4f95"/>
    <p:sldId xmlns:r="http://schemas.openxmlformats.org/officeDocument/2006/relationships" id="257" r:id="Reca6c426f00a47d3"/>
    <p:sldId xmlns:r="http://schemas.openxmlformats.org/officeDocument/2006/relationships" id="258" r:id="Rc702a923c72542f9"/>
    <p:sldId xmlns:r="http://schemas.openxmlformats.org/officeDocument/2006/relationships" id="259" r:id="Ra99e7081e78c4f89"/>
    <p:sldId xmlns:r="http://schemas.openxmlformats.org/officeDocument/2006/relationships" id="260" r:id="Rf347ff48835446ab"/>
    <p:sldId xmlns:r="http://schemas.openxmlformats.org/officeDocument/2006/relationships" id="261" r:id="Ra4d7602b2bfe4b26"/>
    <p:sldId xmlns:r="http://schemas.openxmlformats.org/officeDocument/2006/relationships" id="262" r:id="R161ba03f68e64599"/>
    <p:sldId xmlns:r="http://schemas.openxmlformats.org/officeDocument/2006/relationships" id="263" r:id="R0b225c2480db43d0"/>
  </p:sldIdLst>
  <p:sldSz cx="6858000" cy="12192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d0b27d8aa74a1f" /><Relationship Type="http://schemas.openxmlformats.org/officeDocument/2006/relationships/slideMaster" Target="/ppt/slideMasters/slideMaster1.xml" Id="R93c347405c6f4edf" /><Relationship Type="http://schemas.openxmlformats.org/officeDocument/2006/relationships/notesMaster" Target="/ppt/notesMasters/notesMaster1.xml" Id="R0d8c551534f74645" /><Relationship Type="http://schemas.openxmlformats.org/officeDocument/2006/relationships/presProps" Target="/ppt/presProps.xml" Id="R8a6f1de965aa46db" /><Relationship Type="http://schemas.openxmlformats.org/officeDocument/2006/relationships/tableStyles" Target="/ppt/tableStyles.xml" Id="R794193c6092c464a" /><Relationship Type="http://schemas.openxmlformats.org/officeDocument/2006/relationships/slide" Target="/ppt/slides/slide1.xml" Id="R849e25bbe76c4f95" /><Relationship Type="http://schemas.openxmlformats.org/officeDocument/2006/relationships/slide" Target="/ppt/slides/slide2.xml" Id="Reca6c426f00a47d3" /><Relationship Type="http://schemas.openxmlformats.org/officeDocument/2006/relationships/slide" Target="/ppt/slides/slide3.xml" Id="Rc702a923c72542f9" /><Relationship Type="http://schemas.openxmlformats.org/officeDocument/2006/relationships/slide" Target="/ppt/slides/slide4.xml" Id="Ra99e7081e78c4f89" /><Relationship Type="http://schemas.openxmlformats.org/officeDocument/2006/relationships/slide" Target="/ppt/slides/slide5.xml" Id="Rf347ff48835446ab" /><Relationship Type="http://schemas.openxmlformats.org/officeDocument/2006/relationships/slide" Target="/ppt/slides/slide6.xml" Id="Ra4d7602b2bfe4b26" /><Relationship Type="http://schemas.openxmlformats.org/officeDocument/2006/relationships/slide" Target="/ppt/slides/slide7.xml" Id="R161ba03f68e64599" /><Relationship Type="http://schemas.openxmlformats.org/officeDocument/2006/relationships/slide" Target="/ppt/slides/slide8.xml" Id="R0b225c2480db43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0e828433284f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1b7ca732df4f88" /><Relationship Type="http://schemas.openxmlformats.org/officeDocument/2006/relationships/notesMaster" Target="/ppt/notesMasters/notesMaster1.xml" Id="Refcc4d9a53794a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3c578c0a1f4f08" /><Relationship Type="http://schemas.openxmlformats.org/officeDocument/2006/relationships/notesMaster" Target="/ppt/notesMasters/notesMaster1.xml" Id="Ra1293a60543c43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35446aace64569" /><Relationship Type="http://schemas.openxmlformats.org/officeDocument/2006/relationships/notesMaster" Target="/ppt/notesMasters/notesMaster1.xml" Id="R9a46a25c3ae743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b3648d3f25849fc" /><Relationship Type="http://schemas.openxmlformats.org/officeDocument/2006/relationships/notesMaster" Target="/ppt/notesMasters/notesMaster1.xml" Id="Rb5306c7b42c542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93faaab6204c69" /><Relationship Type="http://schemas.openxmlformats.org/officeDocument/2006/relationships/notesMaster" Target="/ppt/notesMasters/notesMaster1.xml" Id="R38536658f927486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91bfc8af6624306" /><Relationship Type="http://schemas.openxmlformats.org/officeDocument/2006/relationships/notesMaster" Target="/ppt/notesMasters/notesMaster1.xml" Id="R2aca672a4b73414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b2152b96fc049c7" /><Relationship Type="http://schemas.openxmlformats.org/officeDocument/2006/relationships/notesMaster" Target="/ppt/notesMasters/notesMaster1.xml" Id="R1ec438b794104c3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6087c1613b24f8a" /><Relationship Type="http://schemas.openxmlformats.org/officeDocument/2006/relationships/notesMaster" Target="/ppt/notesMasters/notesMaster1.xml" Id="Raa8e39a6cea344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2266a0bc384b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97d32dba0249d6" /><Relationship Type="http://schemas.openxmlformats.org/officeDocument/2006/relationships/slideLayout" Target="/ppt/slideLayouts/slideLayout1.xml" Id="R44083baf31b347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083baf31b347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529ba0ea6d44f6" /><Relationship Type="http://schemas.openxmlformats.org/officeDocument/2006/relationships/image" Target="/ppt/media/image.png" Id="R0c3707c97a474b1a" /><Relationship Type="http://schemas.openxmlformats.org/officeDocument/2006/relationships/notesSlide" Target="/ppt/notesSlides/notesSlide1.xml" Id="R0e0cab1138674e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51398e56d24484" /><Relationship Type="http://schemas.openxmlformats.org/officeDocument/2006/relationships/image" Target="/ppt/media/image2.png" Id="Red8ae2e3259d4ab9" /><Relationship Type="http://schemas.openxmlformats.org/officeDocument/2006/relationships/notesSlide" Target="/ppt/notesSlides/notesSlide2.xml" Id="Ra11ba05ada7d41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03ebe740d142d1" /><Relationship Type="http://schemas.openxmlformats.org/officeDocument/2006/relationships/image" Target="/ppt/media/image3.png" Id="R611701e87a1945a8" /><Relationship Type="http://schemas.openxmlformats.org/officeDocument/2006/relationships/notesSlide" Target="/ppt/notesSlides/notesSlide3.xml" Id="Rc829423374d644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8bb071e5684271" /><Relationship Type="http://schemas.openxmlformats.org/officeDocument/2006/relationships/image" Target="/ppt/media/image4.png" Id="R7145192b82e1413d" /><Relationship Type="http://schemas.openxmlformats.org/officeDocument/2006/relationships/notesSlide" Target="/ppt/notesSlides/notesSlide4.xml" Id="R3d78a01e8d7a429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bd3851c214463f" /><Relationship Type="http://schemas.openxmlformats.org/officeDocument/2006/relationships/image" Target="/ppt/media/image5.png" Id="R8402a7db55104cf0" /><Relationship Type="http://schemas.openxmlformats.org/officeDocument/2006/relationships/notesSlide" Target="/ppt/notesSlides/notesSlide5.xml" Id="Rd9a95a0e002343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f6171c76db4de6" /><Relationship Type="http://schemas.openxmlformats.org/officeDocument/2006/relationships/image" Target="/ppt/media/image6.png" Id="Ra50df7d6d59b4115" /><Relationship Type="http://schemas.openxmlformats.org/officeDocument/2006/relationships/notesSlide" Target="/ppt/notesSlides/notesSlide6.xml" Id="R3a46ee7b7897433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41b9c5b9ee4c92" /><Relationship Type="http://schemas.openxmlformats.org/officeDocument/2006/relationships/notesSlide" Target="/ppt/notesSlides/notesSlide7.xml" Id="Rde62005dbd7a441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ba736dc6bd4e07" /><Relationship Type="http://schemas.openxmlformats.org/officeDocument/2006/relationships/image" Target="/ppt/media/image7.png" Id="Rdd0c3710ec6d4faa" /><Relationship Type="http://schemas.openxmlformats.org/officeDocument/2006/relationships/notesSlide" Target="/ppt/notesSlides/notesSlide8.xml" Id="Ra260528c4c0143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ccent-top">
            <a:extLst xmlns:a="http://schemas.openxmlformats.org/drawingml/2006/main">
              <a:ext uri="{FF2B5EF4-FFF2-40B4-BE49-F238E27FC236}">
                <a16:creationId xmlns:a16="http://schemas.microsoft.com/office/drawing/2014/main" id="{0C2FB2F5-3121-4ACC-A2C2-1BDBE097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E2A0"/>
          </a:solidFill>
          <a:ln xmlns:a="http://schemas.openxmlformats.org/drawingml/2006/main" w="0">
            <a:solidFill>
              <a:srgbClr val="2DE2A0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3707c97a474b1a"/>
          <a:stretch xmlns:a="http://schemas.openxmlformats.org/drawingml/2006/main"/>
        </p:blipFill>
        <p:spPr>
          <a:xfrm xmlns:a="http://schemas.openxmlformats.org/drawingml/2006/main">
            <a:off x="2286000" y="1476375"/>
            <a:ext cx="2286000" cy="2286000"/>
          </a:xfrm>
          <a:prstGeom xmlns:a="http://schemas.openxmlformats.org/drawingml/2006/main" prst="ellipse">
            <a:avLst/>
          </a:prstGeom>
        </p:spPr>
      </p:pic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01DEA10D-3750-44A5-B89A-D67873D1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DE2A0"/>
                </a:solidFill>
              </a:defRPr>
            </a:pPr>
            <a:r>
              <a:rPr sz="1500" b="1">
                <a:solidFill>
                  <a:srgbClr val="2DE2A0"/>
                </a:solidFill>
              </a:rPr>
              <a:t>GUIDE DE DÉMARRAGE</a:t>
            </a:r>
          </a:p>
        </p:txBody>
      </p:sp>
      <p:sp>
        <p:nvSpPr>
          <p:cNvPr id="4" name="opening-title">
            <a:extLst xmlns:a="http://schemas.openxmlformats.org/drawingml/2006/main">
              <a:ext uri="{FF2B5EF4-FFF2-40B4-BE49-F238E27FC236}">
                <a16:creationId xmlns:a16="http://schemas.microsoft.com/office/drawing/2014/main" id="{1C621A85-2F6A-4C0A-B4D9-B554C4B7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57531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5F8FC"/>
                </a:solidFill>
              </a:defRPr>
            </a:pPr>
            <a:r>
              <a:rPr sz="4350" b="1">
                <a:solidFill>
                  <a:srgbClr val="F5F8FC"/>
                </a:solidFill>
              </a:rPr>
              <a:t>Créez votre compte ParisPromax</a:t>
            </a:r>
          </a:p>
        </p:txBody>
      </p:sp>
      <p:sp>
        <p:nvSpPr>
          <p:cNvPr id="5" name="opening-subtitle">
            <a:extLst xmlns:a="http://schemas.openxmlformats.org/drawingml/2006/main">
              <a:ext uri="{FF2B5EF4-FFF2-40B4-BE49-F238E27FC236}">
                <a16:creationId xmlns:a16="http://schemas.microsoft.com/office/drawing/2014/main" id="{80FC7199-A51B-48B9-BEAA-7B927568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762750"/>
            <a:ext cx="5295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A8B8CB"/>
                </a:solidFill>
              </a:defRPr>
            </a:pPr>
            <a:r>
              <a:rPr sz="2025" b="0">
                <a:solidFill>
                  <a:srgbClr val="A8B8CB"/>
                </a:solidFill>
              </a:rPr>
              <a:t>Une inscription simple, claire et sécurisée.</a:t>
            </a:r>
          </a:p>
        </p:txBody>
      </p:sp>
      <p:sp>
        <p:nvSpPr>
          <p:cNvPr id="6" name="official-link">
            <a:extLst xmlns:a="http://schemas.openxmlformats.org/drawingml/2006/main">
              <a:ext uri="{FF2B5EF4-FFF2-40B4-BE49-F238E27FC236}">
                <a16:creationId xmlns:a16="http://schemas.microsoft.com/office/drawing/2014/main" id="{7767BD18-F97E-461F-8F46-E3918820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039100"/>
            <a:ext cx="47625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3253B"/>
          </a:solidFill>
          <a:ln xmlns:a="http://schemas.openxmlformats.org/drawingml/2006/main" w="19050">
            <a:solidFill>
              <a:srgbClr val="36A3FF"/>
            </a:solidFill>
            <a:prstDash val="solid"/>
          </a:ln>
        </p:spPr>
      </p:sp>
      <p:sp>
        <p:nvSpPr>
          <p:cNvPr id="7" name="official-link-text">
            <a:extLst xmlns:a="http://schemas.openxmlformats.org/drawingml/2006/main">
              <a:ext uri="{FF2B5EF4-FFF2-40B4-BE49-F238E27FC236}">
                <a16:creationId xmlns:a16="http://schemas.microsoft.com/office/drawing/2014/main" id="{FA5393F4-EC83-4F43-8925-7FCD5D50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201025"/>
            <a:ext cx="457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5F8FC"/>
                </a:solidFill>
              </a:defRPr>
            </a:pPr>
            <a:r>
              <a:rPr sz="1875" b="1">
                <a:solidFill>
                  <a:srgbClr val="F5F8FC"/>
                </a:solidFill>
              </a:rPr>
              <a:t>www.parispromax.com</a:t>
            </a:r>
          </a:p>
        </p:txBody>
      </p:sp>
      <p:sp>
        <p:nvSpPr>
          <p:cNvPr id="8" name="opening-disclaimer">
            <a:extLst xmlns:a="http://schemas.openxmlformats.org/drawingml/2006/main">
              <a:ext uri="{FF2B5EF4-FFF2-40B4-BE49-F238E27FC236}">
                <a16:creationId xmlns:a16="http://schemas.microsoft.com/office/drawing/2014/main" id="{FCFA20AB-E74B-40D6-B917-7A46A49D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1917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1849A"/>
                </a:solidFill>
              </a:defRPr>
            </a:pPr>
            <a:r>
              <a:rPr sz="1350" b="1">
                <a:solidFill>
                  <a:srgbClr val="71849A"/>
                </a:solidFill>
              </a:rPr>
              <a:t>18+ • Aucun gain garanti</a:t>
            </a:r>
          </a:p>
        </p:txBody>
      </p:sp>
    </p:spTree>
    <p:extLst>
      <p:ext uri="{BB962C8B-B14F-4D97-AF65-F5344CB8AC3E}">
        <p14:creationId xmlns:p14="http://schemas.microsoft.com/office/powerpoint/2010/main" val="9699621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8ae2e3259d4ab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858000" cy="12192000"/>
          </a:xfrm>
          <a:prstGeom xmlns:a="http://schemas.openxmlformats.org/drawingml/2006/main" prst="rect">
            <a:avLst/>
          </a:prstGeom>
        </p:spPr>
      </p:pic>
      <p:sp>
        <p:nvSpPr>
          <p:cNvPr id="2" name="header-panel-1">
            <a:extLst xmlns:a="http://schemas.openxmlformats.org/drawingml/2006/main">
              <a:ext uri="{FF2B5EF4-FFF2-40B4-BE49-F238E27FC236}">
                <a16:creationId xmlns:a16="http://schemas.microsoft.com/office/drawing/2014/main" id="{2C976EF6-1098-4454-9356-7BF8D43E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6324600" cy="1390650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06111F"/>
          </a:solidFill>
          <a:ln xmlns:a="http://schemas.openxmlformats.org/drawingml/2006/main" w="19050">
            <a:solidFill>
              <a:srgbClr val="2DE2A0"/>
            </a:solidFill>
            <a:prstDash val="solid"/>
          </a:ln>
        </p:spPr>
      </p:sp>
      <p:sp>
        <p:nvSpPr>
          <p:cNvPr id="3" name="step-1">
            <a:extLst xmlns:a="http://schemas.openxmlformats.org/drawingml/2006/main">
              <a:ext uri="{FF2B5EF4-FFF2-40B4-BE49-F238E27FC236}">
                <a16:creationId xmlns:a16="http://schemas.microsoft.com/office/drawing/2014/main" id="{0F71C73F-5FEC-43DD-B2C8-EFD7C0CD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53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E2A0"/>
          </a:solidFill>
          <a:ln xmlns:a="http://schemas.openxmlformats.org/drawingml/2006/main" w="0">
            <a:solidFill>
              <a:srgbClr val="2DE2A0"/>
            </a:solidFill>
            <a:prstDash val="solid"/>
          </a:ln>
        </p:spPr>
      </p:sp>
      <p:sp>
        <p:nvSpPr>
          <p:cNvPr id="4" name="step-text-1">
            <a:extLst xmlns:a="http://schemas.openxmlformats.org/drawingml/2006/main">
              <a:ext uri="{FF2B5EF4-FFF2-40B4-BE49-F238E27FC236}">
                <a16:creationId xmlns:a16="http://schemas.microsoft.com/office/drawing/2014/main" id="{93D2AE17-C5D2-4DE8-A7BA-311975C1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6111F"/>
                </a:solidFill>
              </a:defRPr>
            </a:pPr>
            <a:r>
              <a:rPr sz="2100" b="1">
                <a:solidFill>
                  <a:srgbClr val="06111F"/>
                </a:solidFill>
              </a:rPr>
              <a:t>1</a:t>
            </a:r>
          </a:p>
        </p:txBody>
      </p:sp>
      <p:sp>
        <p:nvSpPr>
          <p:cNvPr id="5" name="title-1">
            <a:extLst xmlns:a="http://schemas.openxmlformats.org/drawingml/2006/main">
              <a:ext uri="{FF2B5EF4-FFF2-40B4-BE49-F238E27FC236}">
                <a16:creationId xmlns:a16="http://schemas.microsoft.com/office/drawing/2014/main" id="{BD1F1D8F-342D-4517-AA53-3FD74231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672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8FC"/>
                </a:solidFill>
              </a:defRPr>
            </a:pPr>
            <a:r>
              <a:rPr sz="2550" b="1">
                <a:solidFill>
                  <a:srgbClr val="F5F8FC"/>
                </a:solidFill>
              </a:rPr>
              <a:t>Ouvrez le site officiel</a:t>
            </a:r>
          </a:p>
        </p:txBody>
      </p:sp>
      <p:sp>
        <p:nvSpPr>
          <p:cNvPr id="6" name="subtitle-1">
            <a:extLst xmlns:a="http://schemas.openxmlformats.org/drawingml/2006/main">
              <a:ext uri="{FF2B5EF4-FFF2-40B4-BE49-F238E27FC236}">
                <a16:creationId xmlns:a16="http://schemas.microsoft.com/office/drawing/2014/main" id="{81CC46AA-29D2-41C6-9CCA-41383E75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019175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8CB"/>
                </a:solidFill>
              </a:defRPr>
            </a:pPr>
            <a:r>
              <a:rPr sz="1425" b="0">
                <a:solidFill>
                  <a:srgbClr val="A8B8CB"/>
                </a:solidFill>
              </a:rPr>
              <a:t>Saisissez directement www.parispromax.com</a:t>
            </a:r>
          </a:p>
        </p:txBody>
      </p:sp>
      <p:sp>
        <p:nvSpPr>
          <p:cNvPr id="7" name="create-account-cta">
            <a:extLst xmlns:a="http://schemas.openxmlformats.org/drawingml/2006/main">
              <a:ext uri="{FF2B5EF4-FFF2-40B4-BE49-F238E27FC236}">
                <a16:creationId xmlns:a16="http://schemas.microsoft.com/office/drawing/2014/main" id="{98CABF9F-8219-47F1-99B7-70A362B4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8239125"/>
            <a:ext cx="40767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2DE2A0"/>
          </a:solidFill>
          <a:ln xmlns:a="http://schemas.openxmlformats.org/drawingml/2006/main" w="0">
            <a:solidFill>
              <a:srgbClr val="2DE2A0"/>
            </a:solidFill>
            <a:prstDash val="solid"/>
          </a:ln>
        </p:spPr>
      </p:sp>
      <p:sp>
        <p:nvSpPr>
          <p:cNvPr id="8" name="create-account-cta-text">
            <a:extLst xmlns:a="http://schemas.openxmlformats.org/drawingml/2006/main">
              <a:ext uri="{FF2B5EF4-FFF2-40B4-BE49-F238E27FC236}">
                <a16:creationId xmlns:a16="http://schemas.microsoft.com/office/drawing/2014/main" id="{DE743E97-C509-4E5F-9698-39871DD8E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8439150"/>
            <a:ext cx="3886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6111F"/>
                </a:solidFill>
              </a:defRPr>
            </a:pPr>
            <a:r>
              <a:rPr sz="2250" b="1">
                <a:solidFill>
                  <a:srgbClr val="06111F"/>
                </a:solidFill>
              </a:rPr>
              <a:t>Créer un compte  →</a:t>
            </a:r>
          </a:p>
        </p:txBody>
      </p:sp>
      <p:sp>
        <p:nvSpPr>
          <p:cNvPr id="9" name="footer-1">
            <a:extLst xmlns:a="http://schemas.openxmlformats.org/drawingml/2006/main">
              <a:ext uri="{FF2B5EF4-FFF2-40B4-BE49-F238E27FC236}">
                <a16:creationId xmlns:a16="http://schemas.microsoft.com/office/drawing/2014/main" id="{6540349B-D173-453D-A098-D6213A14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0382250"/>
            <a:ext cx="6324600" cy="1504950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06111F"/>
          </a:solidFill>
          <a:ln xmlns:a="http://schemas.openxmlformats.org/drawingml/2006/main" w="9525">
            <a:solidFill>
              <a:srgbClr val="36A3FF"/>
            </a:solidFill>
            <a:prstDash val="solid"/>
          </a:ln>
        </p:spPr>
      </p:sp>
      <p:sp>
        <p:nvSpPr>
          <p:cNvPr id="10" name="footer-copy-1">
            <a:extLst xmlns:a="http://schemas.openxmlformats.org/drawingml/2006/main">
              <a:ext uri="{FF2B5EF4-FFF2-40B4-BE49-F238E27FC236}">
                <a16:creationId xmlns:a16="http://schemas.microsoft.com/office/drawing/2014/main" id="{230E53DE-738B-4663-8C27-624738C6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10850"/>
            <a:ext cx="5829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8FC"/>
                </a:solidFill>
              </a:defRPr>
            </a:pPr>
            <a:r>
              <a:rPr sz="1350" b="1">
                <a:solidFill>
                  <a:srgbClr val="F5F8FC"/>
                </a:solidFill>
              </a:rPr>
              <a:t>Réservé aux 18 ans et plus, sous réserve de l’âge légal applicable dans votre pays.</a:t>
            </a:r>
          </a:p>
        </p:txBody>
      </p:sp>
      <p:sp>
        <p:nvSpPr>
          <p:cNvPr id="11" name="footer-disclaimer-1">
            <a:extLst xmlns:a="http://schemas.openxmlformats.org/drawingml/2006/main">
              <a:ext uri="{FF2B5EF4-FFF2-40B4-BE49-F238E27FC236}">
                <a16:creationId xmlns:a16="http://schemas.microsoft.com/office/drawing/2014/main" id="{E8C920FA-8EFA-4CB3-9421-FFA371E6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77600"/>
            <a:ext cx="582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8B8CB"/>
                </a:solidFill>
              </a:defRPr>
            </a:pPr>
            <a:r>
              <a:rPr sz="1200" b="0">
                <a:solidFill>
                  <a:srgbClr val="A8B8CB"/>
                </a:solidFill>
              </a:rPr>
              <a:t>ParisPromax ne collecte aucune mise. Aucun gain n’est garanti.</a:t>
            </a:r>
          </a:p>
        </p:txBody>
      </p:sp>
    </p:spTree>
    <p:extLst>
      <p:ext uri="{BB962C8B-B14F-4D97-AF65-F5344CB8AC3E}">
        <p14:creationId xmlns:p14="http://schemas.microsoft.com/office/powerpoint/2010/main" val="18858498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1701e87a1945a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858000" cy="12192000"/>
          </a:xfrm>
          <a:prstGeom xmlns:a="http://schemas.openxmlformats.org/drawingml/2006/main" prst="rect">
            <a:avLst/>
          </a:prstGeom>
        </p:spPr>
      </p:pic>
      <p:sp>
        <p:nvSpPr>
          <p:cNvPr id="2" name="header-panel-2">
            <a:extLst xmlns:a="http://schemas.openxmlformats.org/drawingml/2006/main">
              <a:ext uri="{FF2B5EF4-FFF2-40B4-BE49-F238E27FC236}">
                <a16:creationId xmlns:a16="http://schemas.microsoft.com/office/drawing/2014/main" id="{FA0F5A9E-6E84-4D55-A865-3C065CCB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6324600" cy="1390650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06111F"/>
          </a:solidFill>
          <a:ln xmlns:a="http://schemas.openxmlformats.org/drawingml/2006/main" w="19050">
            <a:solidFill>
              <a:srgbClr val="2DE2A0"/>
            </a:solidFill>
            <a:prstDash val="solid"/>
          </a:ln>
        </p:spPr>
      </p:sp>
      <p:sp>
        <p:nvSpPr>
          <p:cNvPr id="3" name="step-2">
            <a:extLst xmlns:a="http://schemas.openxmlformats.org/drawingml/2006/main">
              <a:ext uri="{FF2B5EF4-FFF2-40B4-BE49-F238E27FC236}">
                <a16:creationId xmlns:a16="http://schemas.microsoft.com/office/drawing/2014/main" id="{EDDBFC6B-9BFA-4A8C-BF01-A50552DD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53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E2A0"/>
          </a:solidFill>
          <a:ln xmlns:a="http://schemas.openxmlformats.org/drawingml/2006/main" w="0">
            <a:solidFill>
              <a:srgbClr val="2DE2A0"/>
            </a:solidFill>
            <a:prstDash val="solid"/>
          </a:ln>
        </p:spPr>
      </p:sp>
      <p:sp>
        <p:nvSpPr>
          <p:cNvPr id="4" name="step-text-2">
            <a:extLst xmlns:a="http://schemas.openxmlformats.org/drawingml/2006/main">
              <a:ext uri="{FF2B5EF4-FFF2-40B4-BE49-F238E27FC236}">
                <a16:creationId xmlns:a16="http://schemas.microsoft.com/office/drawing/2014/main" id="{6BB0A4B5-9B21-46D2-8C26-D73761B2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6111F"/>
                </a:solidFill>
              </a:defRPr>
            </a:pPr>
            <a:r>
              <a:rPr sz="2100" b="1">
                <a:solidFill>
                  <a:srgbClr val="06111F"/>
                </a:solidFill>
              </a:rPr>
              <a:t>2</a:t>
            </a:r>
          </a:p>
        </p:txBody>
      </p:sp>
      <p:sp>
        <p:nvSpPr>
          <p:cNvPr id="5" name="title-2">
            <a:extLst xmlns:a="http://schemas.openxmlformats.org/drawingml/2006/main">
              <a:ext uri="{FF2B5EF4-FFF2-40B4-BE49-F238E27FC236}">
                <a16:creationId xmlns:a16="http://schemas.microsoft.com/office/drawing/2014/main" id="{276EBA12-C66B-4CB5-9188-64956066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672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8FC"/>
                </a:solidFill>
              </a:defRPr>
            </a:pPr>
            <a:r>
              <a:rPr sz="2550" b="1">
                <a:solidFill>
                  <a:srgbClr val="F5F8FC"/>
                </a:solidFill>
              </a:rPr>
              <a:t>Renseignez votre identité</a:t>
            </a:r>
          </a:p>
        </p:txBody>
      </p:sp>
      <p:sp>
        <p:nvSpPr>
          <p:cNvPr id="6" name="subtitle-2">
            <a:extLst xmlns:a="http://schemas.openxmlformats.org/drawingml/2006/main">
              <a:ext uri="{FF2B5EF4-FFF2-40B4-BE49-F238E27FC236}">
                <a16:creationId xmlns:a16="http://schemas.microsoft.com/office/drawing/2014/main" id="{CFC3D7DB-6318-4EC8-8762-797A572D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019175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8CB"/>
                </a:solidFill>
              </a:defRPr>
            </a:pPr>
            <a:r>
              <a:rPr sz="1425" b="0">
                <a:solidFill>
                  <a:srgbClr val="A8B8CB"/>
                </a:solidFill>
              </a:rPr>
              <a:t>Prénom, nom, date et lieu de naissance</a:t>
            </a:r>
          </a:p>
        </p:txBody>
      </p:sp>
      <p:sp>
        <p:nvSpPr>
          <p:cNvPr id="7" name="identity-highlight">
            <a:extLst xmlns:a="http://schemas.openxmlformats.org/drawingml/2006/main">
              <a:ext uri="{FF2B5EF4-FFF2-40B4-BE49-F238E27FC236}">
                <a16:creationId xmlns:a16="http://schemas.microsoft.com/office/drawing/2014/main" id="{710C197A-02E5-49A3-BB28-3E9A0AD5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71950"/>
            <a:ext cx="369570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47625">
            <a:solidFill>
              <a:srgbClr val="2DE2A0"/>
            </a:solidFill>
            <a:prstDash val="solid"/>
          </a:ln>
        </p:spPr>
      </p:sp>
      <p:sp>
        <p:nvSpPr>
          <p:cNvPr id="8" name="footer-2">
            <a:extLst xmlns:a="http://schemas.openxmlformats.org/drawingml/2006/main">
              <a:ext uri="{FF2B5EF4-FFF2-40B4-BE49-F238E27FC236}">
                <a16:creationId xmlns:a16="http://schemas.microsoft.com/office/drawing/2014/main" id="{EC6E48B6-A741-4699-ADBE-6FEE9AF8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0382250"/>
            <a:ext cx="6324600" cy="1504950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06111F"/>
          </a:solidFill>
          <a:ln xmlns:a="http://schemas.openxmlformats.org/drawingml/2006/main" w="9525">
            <a:solidFill>
              <a:srgbClr val="36A3FF"/>
            </a:solidFill>
            <a:prstDash val="solid"/>
          </a:ln>
        </p:spPr>
      </p:sp>
      <p:sp>
        <p:nvSpPr>
          <p:cNvPr id="9" name="footer-copy-2">
            <a:extLst xmlns:a="http://schemas.openxmlformats.org/drawingml/2006/main">
              <a:ext uri="{FF2B5EF4-FFF2-40B4-BE49-F238E27FC236}">
                <a16:creationId xmlns:a16="http://schemas.microsoft.com/office/drawing/2014/main" id="{327CC608-C76B-415E-A428-595DC396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10850"/>
            <a:ext cx="5829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8FC"/>
                </a:solidFill>
              </a:defRPr>
            </a:pPr>
            <a:r>
              <a:rPr sz="1350" b="1">
                <a:solidFill>
                  <a:srgbClr val="F5F8FC"/>
                </a:solidFill>
              </a:rPr>
              <a:t>Réservé aux 18 ans et plus, sous réserve de l’âge légal applicable dans votre pays.</a:t>
            </a:r>
          </a:p>
        </p:txBody>
      </p:sp>
      <p:sp>
        <p:nvSpPr>
          <p:cNvPr id="10" name="footer-disclaimer-2">
            <a:extLst xmlns:a="http://schemas.openxmlformats.org/drawingml/2006/main">
              <a:ext uri="{FF2B5EF4-FFF2-40B4-BE49-F238E27FC236}">
                <a16:creationId xmlns:a16="http://schemas.microsoft.com/office/drawing/2014/main" id="{31683809-407D-4F59-84B7-6E2C71E9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77600"/>
            <a:ext cx="582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8B8CB"/>
                </a:solidFill>
              </a:defRPr>
            </a:pPr>
            <a:r>
              <a:rPr sz="1200" b="0">
                <a:solidFill>
                  <a:srgbClr val="A8B8CB"/>
                </a:solidFill>
              </a:rPr>
              <a:t>ParisPromax ne collecte aucune mise. Aucun gain n’est garanti.</a:t>
            </a:r>
          </a:p>
        </p:txBody>
      </p:sp>
    </p:spTree>
    <p:extLst>
      <p:ext uri="{BB962C8B-B14F-4D97-AF65-F5344CB8AC3E}">
        <p14:creationId xmlns:p14="http://schemas.microsoft.com/office/powerpoint/2010/main" val="12254901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45192b82e1413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858000" cy="12192000"/>
          </a:xfrm>
          <a:prstGeom xmlns:a="http://schemas.openxmlformats.org/drawingml/2006/main" prst="rect">
            <a:avLst/>
          </a:prstGeom>
        </p:spPr>
      </p:pic>
      <p:sp>
        <p:nvSpPr>
          <p:cNvPr id="2" name="header-panel-3">
            <a:extLst xmlns:a="http://schemas.openxmlformats.org/drawingml/2006/main">
              <a:ext uri="{FF2B5EF4-FFF2-40B4-BE49-F238E27FC236}">
                <a16:creationId xmlns:a16="http://schemas.microsoft.com/office/drawing/2014/main" id="{7EA73EBC-BD14-4F67-817F-3F97F088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6324600" cy="1390650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06111F"/>
          </a:solidFill>
          <a:ln xmlns:a="http://schemas.openxmlformats.org/drawingml/2006/main" w="19050">
            <a:solidFill>
              <a:srgbClr val="2DE2A0"/>
            </a:solidFill>
            <a:prstDash val="solid"/>
          </a:ln>
        </p:spPr>
      </p:sp>
      <p:sp>
        <p:nvSpPr>
          <p:cNvPr id="3" name="step-3">
            <a:extLst xmlns:a="http://schemas.openxmlformats.org/drawingml/2006/main">
              <a:ext uri="{FF2B5EF4-FFF2-40B4-BE49-F238E27FC236}">
                <a16:creationId xmlns:a16="http://schemas.microsoft.com/office/drawing/2014/main" id="{80B185B8-5E39-48FA-9AE2-06CD2E8C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53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E2A0"/>
          </a:solidFill>
          <a:ln xmlns:a="http://schemas.openxmlformats.org/drawingml/2006/main" w="0">
            <a:solidFill>
              <a:srgbClr val="2DE2A0"/>
            </a:solidFill>
            <a:prstDash val="solid"/>
          </a:ln>
        </p:spPr>
      </p:sp>
      <p:sp>
        <p:nvSpPr>
          <p:cNvPr id="4" name="step-text-3">
            <a:extLst xmlns:a="http://schemas.openxmlformats.org/drawingml/2006/main">
              <a:ext uri="{FF2B5EF4-FFF2-40B4-BE49-F238E27FC236}">
                <a16:creationId xmlns:a16="http://schemas.microsoft.com/office/drawing/2014/main" id="{EEAA3C81-253D-47E7-9074-E7642D6D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6111F"/>
                </a:solidFill>
              </a:defRPr>
            </a:pPr>
            <a:r>
              <a:rPr sz="2100" b="1">
                <a:solidFill>
                  <a:srgbClr val="06111F"/>
                </a:solidFill>
              </a:rPr>
              <a:t>3</a:t>
            </a:r>
          </a:p>
        </p:txBody>
      </p:sp>
      <p:sp>
        <p:nvSpPr>
          <p:cNvPr id="5" name="title-3">
            <a:extLst xmlns:a="http://schemas.openxmlformats.org/drawingml/2006/main">
              <a:ext uri="{FF2B5EF4-FFF2-40B4-BE49-F238E27FC236}">
                <a16:creationId xmlns:a16="http://schemas.microsoft.com/office/drawing/2014/main" id="{383CE55B-9333-49F8-B870-5A452852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672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8FC"/>
                </a:solidFill>
              </a:defRPr>
            </a:pPr>
            <a:r>
              <a:rPr sz="2550" b="1">
                <a:solidFill>
                  <a:srgbClr val="F5F8FC"/>
                </a:solidFill>
              </a:rPr>
              <a:t>Sécurisez votre accès</a:t>
            </a:r>
          </a:p>
        </p:txBody>
      </p:sp>
      <p:sp>
        <p:nvSpPr>
          <p:cNvPr id="6" name="subtitle-3">
            <a:extLst xmlns:a="http://schemas.openxmlformats.org/drawingml/2006/main">
              <a:ext uri="{FF2B5EF4-FFF2-40B4-BE49-F238E27FC236}">
                <a16:creationId xmlns:a16="http://schemas.microsoft.com/office/drawing/2014/main" id="{55D2A029-9648-48C2-AB30-D6D5C5A9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019175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8CB"/>
                </a:solidFill>
              </a:defRPr>
            </a:pPr>
            <a:r>
              <a:rPr sz="1425" b="0">
                <a:solidFill>
                  <a:srgbClr val="A8B8CB"/>
                </a:solidFill>
              </a:rPr>
              <a:t>Pays, téléphone et mot de passe personnel</a:t>
            </a:r>
          </a:p>
        </p:txBody>
      </p:sp>
      <p:sp>
        <p:nvSpPr>
          <p:cNvPr id="7" name="access-highlight">
            <a:extLst xmlns:a="http://schemas.openxmlformats.org/drawingml/2006/main">
              <a:ext uri="{FF2B5EF4-FFF2-40B4-BE49-F238E27FC236}">
                <a16:creationId xmlns:a16="http://schemas.microsoft.com/office/drawing/2014/main" id="{7C7FACC0-704D-495B-8251-EA1AD59E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219700"/>
            <a:ext cx="3695700" cy="1504950"/>
          </a:xfrm>
          <a:prstGeom xmlns:a="http://schemas.openxmlformats.org/drawingml/2006/main" prst="roundRect">
            <a:avLst>
              <a:gd name="adj" fmla="val 7595"/>
            </a:avLst>
          </a:prstGeom>
          <a:noFill xmlns:a="http://schemas.openxmlformats.org/drawingml/2006/main"/>
          <a:ln xmlns:a="http://schemas.openxmlformats.org/drawingml/2006/main" w="47625">
            <a:solidFill>
              <a:srgbClr val="36A3FF"/>
            </a:solidFill>
            <a:prstDash val="solid"/>
          </a:ln>
        </p:spPr>
      </p:sp>
      <p:sp>
        <p:nvSpPr>
          <p:cNvPr id="8" name="footer-3">
            <a:extLst xmlns:a="http://schemas.openxmlformats.org/drawingml/2006/main">
              <a:ext uri="{FF2B5EF4-FFF2-40B4-BE49-F238E27FC236}">
                <a16:creationId xmlns:a16="http://schemas.microsoft.com/office/drawing/2014/main" id="{618DDD7C-AEC9-4E01-BF73-D6417CE7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0382250"/>
            <a:ext cx="6324600" cy="1504950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06111F"/>
          </a:solidFill>
          <a:ln xmlns:a="http://schemas.openxmlformats.org/drawingml/2006/main" w="9525">
            <a:solidFill>
              <a:srgbClr val="36A3FF"/>
            </a:solidFill>
            <a:prstDash val="solid"/>
          </a:ln>
        </p:spPr>
      </p:sp>
      <p:sp>
        <p:nvSpPr>
          <p:cNvPr id="9" name="footer-copy-3">
            <a:extLst xmlns:a="http://schemas.openxmlformats.org/drawingml/2006/main">
              <a:ext uri="{FF2B5EF4-FFF2-40B4-BE49-F238E27FC236}">
                <a16:creationId xmlns:a16="http://schemas.microsoft.com/office/drawing/2014/main" id="{24ACDC90-144F-4497-BB32-453095C41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10850"/>
            <a:ext cx="5829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8FC"/>
                </a:solidFill>
              </a:defRPr>
            </a:pPr>
            <a:r>
              <a:rPr sz="1350" b="1">
                <a:solidFill>
                  <a:srgbClr val="F5F8FC"/>
                </a:solidFill>
              </a:rPr>
              <a:t>Réservé aux 18 ans et plus, sous réserve de l’âge légal applicable dans votre pays.</a:t>
            </a:r>
          </a:p>
        </p:txBody>
      </p:sp>
      <p:sp>
        <p:nvSpPr>
          <p:cNvPr id="10" name="footer-disclaimer-3">
            <a:extLst xmlns:a="http://schemas.openxmlformats.org/drawingml/2006/main">
              <a:ext uri="{FF2B5EF4-FFF2-40B4-BE49-F238E27FC236}">
                <a16:creationId xmlns:a16="http://schemas.microsoft.com/office/drawing/2014/main" id="{6249986E-A493-484D-873B-F129C85E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77600"/>
            <a:ext cx="582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8B8CB"/>
                </a:solidFill>
              </a:defRPr>
            </a:pPr>
            <a:r>
              <a:rPr sz="1200" b="0">
                <a:solidFill>
                  <a:srgbClr val="A8B8CB"/>
                </a:solidFill>
              </a:rPr>
              <a:t>ParisPromax ne collecte aucune mise. Aucun gain n’est garanti.</a:t>
            </a:r>
          </a:p>
        </p:txBody>
      </p:sp>
    </p:spTree>
    <p:extLst>
      <p:ext uri="{BB962C8B-B14F-4D97-AF65-F5344CB8AC3E}">
        <p14:creationId xmlns:p14="http://schemas.microsoft.com/office/powerpoint/2010/main" val="6357630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02a7db55104cf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858000" cy="12192000"/>
          </a:xfrm>
          <a:prstGeom xmlns:a="http://schemas.openxmlformats.org/drawingml/2006/main" prst="rect">
            <a:avLst/>
          </a:prstGeom>
        </p:spPr>
      </p:pic>
      <p:sp>
        <p:nvSpPr>
          <p:cNvPr id="2" name="header-panel-4">
            <a:extLst xmlns:a="http://schemas.openxmlformats.org/drawingml/2006/main">
              <a:ext uri="{FF2B5EF4-FFF2-40B4-BE49-F238E27FC236}">
                <a16:creationId xmlns:a16="http://schemas.microsoft.com/office/drawing/2014/main" id="{2821FECD-DC03-4CB8-B823-1D073AC03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6324600" cy="1390650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06111F"/>
          </a:solidFill>
          <a:ln xmlns:a="http://schemas.openxmlformats.org/drawingml/2006/main" w="19050">
            <a:solidFill>
              <a:srgbClr val="2DE2A0"/>
            </a:solidFill>
            <a:prstDash val="solid"/>
          </a:ln>
        </p:spPr>
      </p:sp>
      <p:sp>
        <p:nvSpPr>
          <p:cNvPr id="3" name="step-4">
            <a:extLst xmlns:a="http://schemas.openxmlformats.org/drawingml/2006/main">
              <a:ext uri="{FF2B5EF4-FFF2-40B4-BE49-F238E27FC236}">
                <a16:creationId xmlns:a16="http://schemas.microsoft.com/office/drawing/2014/main" id="{E0BFE4F3-9D93-498B-9846-9F690483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53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E2A0"/>
          </a:solidFill>
          <a:ln xmlns:a="http://schemas.openxmlformats.org/drawingml/2006/main" w="0">
            <a:solidFill>
              <a:srgbClr val="2DE2A0"/>
            </a:solidFill>
            <a:prstDash val="solid"/>
          </a:ln>
        </p:spPr>
      </p:sp>
      <p:sp>
        <p:nvSpPr>
          <p:cNvPr id="4" name="step-text-4">
            <a:extLst xmlns:a="http://schemas.openxmlformats.org/drawingml/2006/main">
              <a:ext uri="{FF2B5EF4-FFF2-40B4-BE49-F238E27FC236}">
                <a16:creationId xmlns:a16="http://schemas.microsoft.com/office/drawing/2014/main" id="{6AC9D861-284F-448C-8AF5-4C66982A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6111F"/>
                </a:solidFill>
              </a:defRPr>
            </a:pPr>
            <a:r>
              <a:rPr sz="2100" b="1">
                <a:solidFill>
                  <a:srgbClr val="06111F"/>
                </a:solidFill>
              </a:rPr>
              <a:t>4</a:t>
            </a:r>
          </a:p>
        </p:txBody>
      </p:sp>
      <p:sp>
        <p:nvSpPr>
          <p:cNvPr id="5" name="title-4">
            <a:extLst xmlns:a="http://schemas.openxmlformats.org/drawingml/2006/main">
              <a:ext uri="{FF2B5EF4-FFF2-40B4-BE49-F238E27FC236}">
                <a16:creationId xmlns:a16="http://schemas.microsoft.com/office/drawing/2014/main" id="{A6C72C91-3EF1-4BB9-8A09-C454B244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672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8FC"/>
                </a:solidFill>
              </a:defRPr>
            </a:pPr>
            <a:r>
              <a:rPr sz="2550" b="1">
                <a:solidFill>
                  <a:srgbClr val="F5F8FC"/>
                </a:solidFill>
              </a:rPr>
              <a:t>Préparez la récupération</a:t>
            </a:r>
          </a:p>
        </p:txBody>
      </p:sp>
      <p:sp>
        <p:nvSpPr>
          <p:cNvPr id="6" name="subtitle-4">
            <a:extLst xmlns:a="http://schemas.openxmlformats.org/drawingml/2006/main">
              <a:ext uri="{FF2B5EF4-FFF2-40B4-BE49-F238E27FC236}">
                <a16:creationId xmlns:a16="http://schemas.microsoft.com/office/drawing/2014/main" id="{3C57BE6D-8D98-466D-9DF1-C6F8CDB0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019175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8CB"/>
                </a:solidFill>
              </a:defRPr>
            </a:pPr>
            <a:r>
              <a:rPr sz="1425" b="0">
                <a:solidFill>
                  <a:srgbClr val="A8B8CB"/>
                </a:solidFill>
              </a:rPr>
              <a:t>Choisissez une réponse connue de vous seul</a:t>
            </a:r>
          </a:p>
        </p:txBody>
      </p:sp>
      <p:sp>
        <p:nvSpPr>
          <p:cNvPr id="7" name="recovery-highlight">
            <a:extLst xmlns:a="http://schemas.openxmlformats.org/drawingml/2006/main">
              <a:ext uri="{FF2B5EF4-FFF2-40B4-BE49-F238E27FC236}">
                <a16:creationId xmlns:a16="http://schemas.microsoft.com/office/drawing/2014/main" id="{EF563E1E-C79D-44CB-806C-8715D0843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657975"/>
            <a:ext cx="3695700" cy="1066800"/>
          </a:xfrm>
          <a:prstGeom xmlns:a="http://schemas.openxmlformats.org/drawingml/2006/main" prst="roundRect">
            <a:avLst>
              <a:gd name="adj" fmla="val 10714"/>
            </a:avLst>
          </a:prstGeom>
          <a:noFill xmlns:a="http://schemas.openxmlformats.org/drawingml/2006/main"/>
          <a:ln xmlns:a="http://schemas.openxmlformats.org/drawingml/2006/main" w="47625">
            <a:solidFill>
              <a:srgbClr val="F2C14E"/>
            </a:solidFill>
            <a:prstDash val="solid"/>
          </a:ln>
        </p:spPr>
      </p:sp>
      <p:sp>
        <p:nvSpPr>
          <p:cNvPr id="8" name="footer-4">
            <a:extLst xmlns:a="http://schemas.openxmlformats.org/drawingml/2006/main">
              <a:ext uri="{FF2B5EF4-FFF2-40B4-BE49-F238E27FC236}">
                <a16:creationId xmlns:a16="http://schemas.microsoft.com/office/drawing/2014/main" id="{F543C7C7-A02F-441E-B4C9-4CDFEB4D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0382250"/>
            <a:ext cx="6324600" cy="1504950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06111F"/>
          </a:solidFill>
          <a:ln xmlns:a="http://schemas.openxmlformats.org/drawingml/2006/main" w="9525">
            <a:solidFill>
              <a:srgbClr val="36A3FF"/>
            </a:solidFill>
            <a:prstDash val="solid"/>
          </a:ln>
        </p:spPr>
      </p:sp>
      <p:sp>
        <p:nvSpPr>
          <p:cNvPr id="9" name="footer-copy-4">
            <a:extLst xmlns:a="http://schemas.openxmlformats.org/drawingml/2006/main">
              <a:ext uri="{FF2B5EF4-FFF2-40B4-BE49-F238E27FC236}">
                <a16:creationId xmlns:a16="http://schemas.microsoft.com/office/drawing/2014/main" id="{2D880A6F-55AF-4E4D-A070-F508AEB0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10850"/>
            <a:ext cx="5829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8FC"/>
                </a:solidFill>
              </a:defRPr>
            </a:pPr>
            <a:r>
              <a:rPr sz="1350" b="1">
                <a:solidFill>
                  <a:srgbClr val="F5F8FC"/>
                </a:solidFill>
              </a:rPr>
              <a:t>Réservé aux 18 ans et plus, sous réserve de l’âge légal applicable dans votre pays.</a:t>
            </a:r>
          </a:p>
        </p:txBody>
      </p:sp>
      <p:sp>
        <p:nvSpPr>
          <p:cNvPr id="10" name="footer-disclaimer-4">
            <a:extLst xmlns:a="http://schemas.openxmlformats.org/drawingml/2006/main">
              <a:ext uri="{FF2B5EF4-FFF2-40B4-BE49-F238E27FC236}">
                <a16:creationId xmlns:a16="http://schemas.microsoft.com/office/drawing/2014/main" id="{7360E236-D3AC-4F5B-96F3-F8F47177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77600"/>
            <a:ext cx="582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8B8CB"/>
                </a:solidFill>
              </a:defRPr>
            </a:pPr>
            <a:r>
              <a:rPr sz="1200" b="0">
                <a:solidFill>
                  <a:srgbClr val="A8B8CB"/>
                </a:solidFill>
              </a:rPr>
              <a:t>ParisPromax ne collecte aucune mise. Aucun gain n’est garanti.</a:t>
            </a:r>
          </a:p>
        </p:txBody>
      </p:sp>
    </p:spTree>
    <p:extLst>
      <p:ext uri="{BB962C8B-B14F-4D97-AF65-F5344CB8AC3E}">
        <p14:creationId xmlns:p14="http://schemas.microsoft.com/office/powerpoint/2010/main" val="12428035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0df7d6d59b411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858000" cy="12192000"/>
          </a:xfrm>
          <a:prstGeom xmlns:a="http://schemas.openxmlformats.org/drawingml/2006/main" prst="rect">
            <a:avLst/>
          </a:prstGeom>
        </p:spPr>
      </p:pic>
      <p:sp>
        <p:nvSpPr>
          <p:cNvPr id="2" name="header-panel-5">
            <a:extLst xmlns:a="http://schemas.openxmlformats.org/drawingml/2006/main">
              <a:ext uri="{FF2B5EF4-FFF2-40B4-BE49-F238E27FC236}">
                <a16:creationId xmlns:a16="http://schemas.microsoft.com/office/drawing/2014/main" id="{5C4CB139-12A6-467F-92EA-7E393EDD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6324600" cy="1390650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06111F"/>
          </a:solidFill>
          <a:ln xmlns:a="http://schemas.openxmlformats.org/drawingml/2006/main" w="19050">
            <a:solidFill>
              <a:srgbClr val="2DE2A0"/>
            </a:solidFill>
            <a:prstDash val="solid"/>
          </a:ln>
        </p:spPr>
      </p:sp>
      <p:sp>
        <p:nvSpPr>
          <p:cNvPr id="3" name="step-5">
            <a:extLst xmlns:a="http://schemas.openxmlformats.org/drawingml/2006/main">
              <a:ext uri="{FF2B5EF4-FFF2-40B4-BE49-F238E27FC236}">
                <a16:creationId xmlns:a16="http://schemas.microsoft.com/office/drawing/2014/main" id="{46475EF9-6A3F-4B87-BDE1-11C64B2F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53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E2A0"/>
          </a:solidFill>
          <a:ln xmlns:a="http://schemas.openxmlformats.org/drawingml/2006/main" w="0">
            <a:solidFill>
              <a:srgbClr val="2DE2A0"/>
            </a:solidFill>
            <a:prstDash val="solid"/>
          </a:ln>
        </p:spPr>
      </p:sp>
      <p:sp>
        <p:nvSpPr>
          <p:cNvPr id="4" name="step-text-5">
            <a:extLst xmlns:a="http://schemas.openxmlformats.org/drawingml/2006/main">
              <a:ext uri="{FF2B5EF4-FFF2-40B4-BE49-F238E27FC236}">
                <a16:creationId xmlns:a16="http://schemas.microsoft.com/office/drawing/2014/main" id="{F30368AB-80E4-4414-B6A8-9E90D1A2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6111F"/>
                </a:solidFill>
              </a:defRPr>
            </a:pPr>
            <a:r>
              <a:rPr sz="2100" b="1">
                <a:solidFill>
                  <a:srgbClr val="06111F"/>
                </a:solidFill>
              </a:rPr>
              <a:t>5</a:t>
            </a:r>
          </a:p>
        </p:txBody>
      </p:sp>
      <p:sp>
        <p:nvSpPr>
          <p:cNvPr id="5" name="title-5">
            <a:extLst xmlns:a="http://schemas.openxmlformats.org/drawingml/2006/main">
              <a:ext uri="{FF2B5EF4-FFF2-40B4-BE49-F238E27FC236}">
                <a16:creationId xmlns:a16="http://schemas.microsoft.com/office/drawing/2014/main" id="{FAF80CA3-58E0-4AB9-A10B-F11439E6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672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8FC"/>
                </a:solidFill>
              </a:defRPr>
            </a:pPr>
            <a:r>
              <a:rPr sz="2550" b="1">
                <a:solidFill>
                  <a:srgbClr val="F5F8FC"/>
                </a:solidFill>
              </a:rPr>
              <a:t>Finalisez votre inscription</a:t>
            </a:r>
          </a:p>
        </p:txBody>
      </p:sp>
      <p:sp>
        <p:nvSpPr>
          <p:cNvPr id="6" name="subtitle-5">
            <a:extLst xmlns:a="http://schemas.openxmlformats.org/drawingml/2006/main">
              <a:ext uri="{FF2B5EF4-FFF2-40B4-BE49-F238E27FC236}">
                <a16:creationId xmlns:a16="http://schemas.microsoft.com/office/drawing/2014/main" id="{D88F1468-63C2-4E1F-B42C-97FA6F18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019175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8CB"/>
                </a:solidFill>
              </a:defRPr>
            </a:pPr>
            <a:r>
              <a:rPr sz="1425" b="0">
                <a:solidFill>
                  <a:srgbClr val="A8B8CB"/>
                </a:solidFill>
              </a:rPr>
              <a:t>Parrainage facultatif • majorité obligatoire</a:t>
            </a:r>
          </a:p>
        </p:txBody>
      </p:sp>
      <p:sp>
        <p:nvSpPr>
          <p:cNvPr id="7" name="referral-highlight">
            <a:extLst xmlns:a="http://schemas.openxmlformats.org/drawingml/2006/main">
              <a:ext uri="{FF2B5EF4-FFF2-40B4-BE49-F238E27FC236}">
                <a16:creationId xmlns:a16="http://schemas.microsoft.com/office/drawing/2014/main" id="{67D326D3-A55B-4AAE-A24E-499E0219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7658100"/>
            <a:ext cx="36957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47625">
            <a:solidFill>
              <a:srgbClr val="2DE2A0"/>
            </a:solidFill>
            <a:prstDash val="solid"/>
          </a:ln>
        </p:spPr>
      </p:sp>
      <p:sp>
        <p:nvSpPr>
          <p:cNvPr id="8" name="adult-highlight">
            <a:extLst xmlns:a="http://schemas.openxmlformats.org/drawingml/2006/main">
              <a:ext uri="{FF2B5EF4-FFF2-40B4-BE49-F238E27FC236}">
                <a16:creationId xmlns:a16="http://schemas.microsoft.com/office/drawing/2014/main" id="{DE8A23B7-F2B1-46D9-B135-1C55888E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8201025"/>
            <a:ext cx="3695700" cy="619125"/>
          </a:xfrm>
          <a:prstGeom xmlns:a="http://schemas.openxmlformats.org/drawingml/2006/main" prst="roundRect">
            <a:avLst>
              <a:gd name="adj" fmla="val 18462"/>
            </a:avLst>
          </a:prstGeom>
          <a:noFill xmlns:a="http://schemas.openxmlformats.org/drawingml/2006/main"/>
          <a:ln xmlns:a="http://schemas.openxmlformats.org/drawingml/2006/main" w="47625">
            <a:solidFill>
              <a:srgbClr val="36A3FF"/>
            </a:solidFill>
            <a:prstDash val="solid"/>
          </a:ln>
        </p:spPr>
      </p:sp>
      <p:sp>
        <p:nvSpPr>
          <p:cNvPr id="9" name="footer-5">
            <a:extLst xmlns:a="http://schemas.openxmlformats.org/drawingml/2006/main">
              <a:ext uri="{FF2B5EF4-FFF2-40B4-BE49-F238E27FC236}">
                <a16:creationId xmlns:a16="http://schemas.microsoft.com/office/drawing/2014/main" id="{5D54823B-39BB-4674-8C61-CA145FC3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0382250"/>
            <a:ext cx="6324600" cy="1504950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06111F"/>
          </a:solidFill>
          <a:ln xmlns:a="http://schemas.openxmlformats.org/drawingml/2006/main" w="9525">
            <a:solidFill>
              <a:srgbClr val="36A3FF"/>
            </a:solidFill>
            <a:prstDash val="solid"/>
          </a:ln>
        </p:spPr>
      </p:sp>
      <p:sp>
        <p:nvSpPr>
          <p:cNvPr id="10" name="footer-copy-5">
            <a:extLst xmlns:a="http://schemas.openxmlformats.org/drawingml/2006/main">
              <a:ext uri="{FF2B5EF4-FFF2-40B4-BE49-F238E27FC236}">
                <a16:creationId xmlns:a16="http://schemas.microsoft.com/office/drawing/2014/main" id="{0809790B-9477-40F6-9A66-0D53AA718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10850"/>
            <a:ext cx="5829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8FC"/>
                </a:solidFill>
              </a:defRPr>
            </a:pPr>
            <a:r>
              <a:rPr sz="1350" b="1">
                <a:solidFill>
                  <a:srgbClr val="F5F8FC"/>
                </a:solidFill>
              </a:rPr>
              <a:t>Réservé aux 18 ans et plus, sous réserve de l’âge légal applicable dans votre pays.</a:t>
            </a:r>
          </a:p>
        </p:txBody>
      </p:sp>
      <p:sp>
        <p:nvSpPr>
          <p:cNvPr id="11" name="footer-disclaimer-5">
            <a:extLst xmlns:a="http://schemas.openxmlformats.org/drawingml/2006/main">
              <a:ext uri="{FF2B5EF4-FFF2-40B4-BE49-F238E27FC236}">
                <a16:creationId xmlns:a16="http://schemas.microsoft.com/office/drawing/2014/main" id="{393F7064-A910-4810-B656-5FCA318C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77600"/>
            <a:ext cx="582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8B8CB"/>
                </a:solidFill>
              </a:defRPr>
            </a:pPr>
            <a:r>
              <a:rPr sz="1200" b="0">
                <a:solidFill>
                  <a:srgbClr val="A8B8CB"/>
                </a:solidFill>
              </a:rPr>
              <a:t>ParisPromax ne collecte aucune mise. Aucun gain n’est garanti.</a:t>
            </a:r>
          </a:p>
        </p:txBody>
      </p:sp>
    </p:spTree>
    <p:extLst>
      <p:ext uri="{BB962C8B-B14F-4D97-AF65-F5344CB8AC3E}">
        <p14:creationId xmlns:p14="http://schemas.microsoft.com/office/powerpoint/2010/main" val="19024031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accent-top-code">
            <a:extLst xmlns:a="http://schemas.openxmlformats.org/drawingml/2006/main">
              <a:ext uri="{FF2B5EF4-FFF2-40B4-BE49-F238E27FC236}">
                <a16:creationId xmlns:a16="http://schemas.microsoft.com/office/drawing/2014/main" id="{A68AE767-AF55-48A1-9A27-6666583A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0">
            <a:solidFill>
              <a:srgbClr val="F2C14E"/>
            </a:solidFill>
            <a:prstDash val="solid"/>
          </a:ln>
        </p:spPr>
      </p:sp>
      <p:sp>
        <p:nvSpPr>
          <p:cNvPr id="2" name="code-eyebrow">
            <a:extLst xmlns:a="http://schemas.openxmlformats.org/drawingml/2006/main">
              <a:ext uri="{FF2B5EF4-FFF2-40B4-BE49-F238E27FC236}">
                <a16:creationId xmlns:a16="http://schemas.microsoft.com/office/drawing/2014/main" id="{97DC1477-372F-4A49-ABEB-B213BF87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48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2C14E"/>
                </a:solidFill>
              </a:defRPr>
            </a:pPr>
            <a:r>
              <a:rPr sz="1500" b="1">
                <a:solidFill>
                  <a:srgbClr val="F2C14E"/>
                </a:solidFill>
              </a:rPr>
              <a:t>À CONSERVER EN LIEU SÛR</a:t>
            </a:r>
          </a:p>
        </p:txBody>
      </p:sp>
      <p:sp>
        <p:nvSpPr>
          <p:cNvPr id="3" name="code-title">
            <a:extLst xmlns:a="http://schemas.openxmlformats.org/drawingml/2006/main">
              <a:ext uri="{FF2B5EF4-FFF2-40B4-BE49-F238E27FC236}">
                <a16:creationId xmlns:a16="http://schemas.microsoft.com/office/drawing/2014/main" id="{6EF4EF25-2BCF-4D32-9033-651FE501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43100"/>
            <a:ext cx="56769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825" b="1">
                <a:solidFill>
                  <a:srgbClr val="F5F8FC"/>
                </a:solidFill>
              </a:defRPr>
            </a:pPr>
            <a:r>
              <a:rPr sz="3825" b="1">
                <a:solidFill>
                  <a:srgbClr val="F5F8FC"/>
                </a:solidFill>
              </a:rPr>
              <a:t>Votre code de récupération</a:t>
            </a:r>
          </a:p>
        </p:txBody>
      </p:sp>
      <p:sp>
        <p:nvSpPr>
          <p:cNvPr id="4" name="code-card">
            <a:extLst xmlns:a="http://schemas.openxmlformats.org/drawingml/2006/main">
              <a:ext uri="{FF2B5EF4-FFF2-40B4-BE49-F238E27FC236}">
                <a16:creationId xmlns:a16="http://schemas.microsoft.com/office/drawing/2014/main" id="{90D59E64-3BD5-4F9B-9EC7-9DA28B27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51054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3253B"/>
          </a:solidFill>
          <a:ln xmlns:a="http://schemas.openxmlformats.org/drawingml/2006/main" w="28575">
            <a:solidFill>
              <a:srgbClr val="F2C14E"/>
            </a:solidFill>
            <a:prstDash val="solid"/>
          </a:ln>
        </p:spPr>
      </p:sp>
      <p:sp>
        <p:nvSpPr>
          <p:cNvPr id="5" name="code-placeholder">
            <a:extLst xmlns:a="http://schemas.openxmlformats.org/drawingml/2006/main">
              <a:ext uri="{FF2B5EF4-FFF2-40B4-BE49-F238E27FC236}">
                <a16:creationId xmlns:a16="http://schemas.microsoft.com/office/drawing/2014/main" id="{C803336F-DFAA-46BC-A838-D26CF42E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10100"/>
            <a:ext cx="4724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5F8FC"/>
                </a:solidFill>
              </a:defRPr>
            </a:pPr>
            <a:r>
              <a:rPr sz="3600" b="1">
                <a:solidFill>
                  <a:srgbClr val="F5F8FC"/>
                </a:solidFill>
              </a:rPr>
              <a:t>XXXX – XXXX</a:t>
            </a:r>
          </a:p>
        </p:txBody>
      </p:sp>
      <p:sp>
        <p:nvSpPr>
          <p:cNvPr id="6" name="code-help">
            <a:extLst xmlns:a="http://schemas.openxmlformats.org/drawingml/2006/main">
              <a:ext uri="{FF2B5EF4-FFF2-40B4-BE49-F238E27FC236}">
                <a16:creationId xmlns:a16="http://schemas.microsoft.com/office/drawing/2014/main" id="{D06EA433-70CD-4EBB-A81F-5FB70CB6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762750"/>
            <a:ext cx="52959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A8B8CB"/>
                </a:solidFill>
              </a:defRPr>
            </a:pPr>
            <a:r>
              <a:rPr sz="2100" b="0">
                <a:solidFill>
                  <a:srgbClr val="A8B8CB"/>
                </a:solidFill>
              </a:rPr>
              <a:t>Il permet de récupérer votre compte.</a:t>
            </a:r>
          </a:p>
          <a:p xmlns:a="http://schemas.openxmlformats.org/drawingml/2006/main">
            <a:pPr algn="ctr">
              <a:defRPr sz="2100" b="0">
                <a:solidFill>
                  <a:srgbClr val="A8B8CB"/>
                </a:solidFill>
              </a:defRPr>
            </a:pPr>
            <a:r>
              <a:rPr sz="2100" b="0">
                <a:solidFill>
                  <a:srgbClr val="A8B8CB"/>
                </a:solidFill>
              </a:rPr>
              <a:t>Ne le partagez jamais.</a:t>
            </a:r>
          </a:p>
        </p:txBody>
      </p:sp>
      <p:sp>
        <p:nvSpPr>
          <p:cNvPr id="7" name="safety-line">
            <a:extLst xmlns:a="http://schemas.openxmlformats.org/drawingml/2006/main">
              <a:ext uri="{FF2B5EF4-FFF2-40B4-BE49-F238E27FC236}">
                <a16:creationId xmlns:a16="http://schemas.microsoft.com/office/drawing/2014/main" id="{E72DDF94-54B1-4D25-8893-91C1F52B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477250"/>
            <a:ext cx="4381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D1D31"/>
          </a:solidFill>
          <a:ln xmlns:a="http://schemas.openxmlformats.org/drawingml/2006/main" w="19050">
            <a:solidFill>
              <a:srgbClr val="2DE2A0"/>
            </a:solidFill>
            <a:prstDash val="solid"/>
          </a:ln>
        </p:spPr>
      </p:sp>
      <p:sp>
        <p:nvSpPr>
          <p:cNvPr id="8" name="safety-line-text">
            <a:extLst xmlns:a="http://schemas.openxmlformats.org/drawingml/2006/main">
              <a:ext uri="{FF2B5EF4-FFF2-40B4-BE49-F238E27FC236}">
                <a16:creationId xmlns:a16="http://schemas.microsoft.com/office/drawing/2014/main" id="{C0C93B3D-F0F9-4829-9B2F-D2CA149B7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86772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8FC"/>
                </a:solidFill>
              </a:defRPr>
            </a:pPr>
            <a:r>
              <a:rPr sz="1575" b="1">
                <a:solidFill>
                  <a:srgbClr val="F5F8FC"/>
                </a:solidFill>
              </a:rPr>
              <a:t>Mot de passe • réponse • code : privés</a:t>
            </a:r>
          </a:p>
        </p:txBody>
      </p:sp>
      <p:sp>
        <p:nvSpPr>
          <p:cNvPr id="9" name="code-disclaimer">
            <a:extLst xmlns:a="http://schemas.openxmlformats.org/drawingml/2006/main">
              <a:ext uri="{FF2B5EF4-FFF2-40B4-BE49-F238E27FC236}">
                <a16:creationId xmlns:a16="http://schemas.microsoft.com/office/drawing/2014/main" id="{9CDF7903-FCD2-4469-B051-30C67B40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0"/>
            <a:ext cx="5486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71849A"/>
                </a:solidFill>
              </a:defRPr>
            </a:pPr>
            <a:r>
              <a:rPr sz="1350" b="0">
                <a:solidFill>
                  <a:srgbClr val="71849A"/>
                </a:solidFill>
              </a:rPr>
              <a:t>ParisPromax ne demandera jamais ces informations dans un commentaire ou un message public.</a:t>
            </a:r>
          </a:p>
        </p:txBody>
      </p:sp>
    </p:spTree>
    <p:extLst>
      <p:ext uri="{BB962C8B-B14F-4D97-AF65-F5344CB8AC3E}">
        <p14:creationId xmlns:p14="http://schemas.microsoft.com/office/powerpoint/2010/main" val="1509909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accent-top-ready">
            <a:extLst xmlns:a="http://schemas.openxmlformats.org/drawingml/2006/main">
              <a:ext uri="{FF2B5EF4-FFF2-40B4-BE49-F238E27FC236}">
                <a16:creationId xmlns:a16="http://schemas.microsoft.com/office/drawing/2014/main" id="{993925E1-4D2F-4F0F-B4CE-BC1BBE67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E2A0"/>
          </a:solidFill>
          <a:ln xmlns:a="http://schemas.openxmlformats.org/drawingml/2006/main" w="0">
            <a:solidFill>
              <a:srgbClr val="2DE2A0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0c3710ec6d4faa"/>
          <a:stretch xmlns:a="http://schemas.openxmlformats.org/drawingml/2006/main"/>
        </p:blipFill>
        <p:spPr>
          <a:xfrm xmlns:a="http://schemas.openxmlformats.org/drawingml/2006/main">
            <a:off x="2476500" y="1143000"/>
            <a:ext cx="1905000" cy="1905000"/>
          </a:xfrm>
          <a:prstGeom xmlns:a="http://schemas.openxmlformats.org/drawingml/2006/main" prst="ellipse">
            <a:avLst/>
          </a:prstGeom>
        </p:spPr>
      </p:pic>
      <p:sp>
        <p:nvSpPr>
          <p:cNvPr id="3" name="check-circle">
            <a:extLst xmlns:a="http://schemas.openxmlformats.org/drawingml/2006/main">
              <a:ext uri="{FF2B5EF4-FFF2-40B4-BE49-F238E27FC236}">
                <a16:creationId xmlns:a16="http://schemas.microsoft.com/office/drawing/2014/main" id="{71675CE7-7056-4E69-A6A5-5D39320F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3855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E2A0"/>
          </a:solidFill>
          <a:ln xmlns:a="http://schemas.openxmlformats.org/drawingml/2006/main" w="0">
            <a:solidFill>
              <a:srgbClr val="2DE2A0"/>
            </a:solidFill>
            <a:prstDash val="solid"/>
          </a:ln>
        </p:spPr>
      </p:sp>
      <p:sp>
        <p:nvSpPr>
          <p:cNvPr id="4" name="check">
            <a:extLst xmlns:a="http://schemas.openxmlformats.org/drawingml/2006/main">
              <a:ext uri="{FF2B5EF4-FFF2-40B4-BE49-F238E27FC236}">
                <a16:creationId xmlns:a16="http://schemas.microsoft.com/office/drawing/2014/main" id="{BC079936-0CD9-483E-939E-C20ECA19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52850"/>
            <a:ext cx="114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06111F"/>
                </a:solidFill>
              </a:defRPr>
            </a:pPr>
            <a:r>
              <a:rPr sz="4800" b="1">
                <a:solidFill>
                  <a:srgbClr val="06111F"/>
                </a:solidFill>
              </a:rPr>
              <a:t>✓</a:t>
            </a:r>
          </a:p>
        </p:txBody>
      </p:sp>
      <p:sp>
        <p:nvSpPr>
          <p:cNvPr id="5" name="ready-title">
            <a:extLst xmlns:a="http://schemas.openxmlformats.org/drawingml/2006/main">
              <a:ext uri="{FF2B5EF4-FFF2-40B4-BE49-F238E27FC236}">
                <a16:creationId xmlns:a16="http://schemas.microsoft.com/office/drawing/2014/main" id="{C8619409-EC17-4C3A-B014-09FA9E24F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0"/>
            <a:ext cx="5676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F5F8FC"/>
                </a:solidFill>
              </a:defRPr>
            </a:pPr>
            <a:r>
              <a:rPr sz="4050" b="1">
                <a:solidFill>
                  <a:srgbClr val="F5F8FC"/>
                </a:solidFill>
              </a:rPr>
              <a:t>Votre compte est prêt</a:t>
            </a:r>
          </a:p>
        </p:txBody>
      </p:sp>
      <p:sp>
        <p:nvSpPr>
          <p:cNvPr id="6" name="ready-copy">
            <a:extLst xmlns:a="http://schemas.openxmlformats.org/drawingml/2006/main">
              <a:ext uri="{FF2B5EF4-FFF2-40B4-BE49-F238E27FC236}">
                <a16:creationId xmlns:a16="http://schemas.microsoft.com/office/drawing/2014/main" id="{C5C8901F-BE4A-4EF7-A03C-B6973A0E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72250"/>
            <a:ext cx="5410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A8B8CB"/>
                </a:solidFill>
              </a:defRPr>
            </a:pPr>
            <a:r>
              <a:rPr sz="2025" b="0">
                <a:solidFill>
                  <a:srgbClr val="A8B8CB"/>
                </a:solidFill>
              </a:rPr>
              <a:t>Connectez-vous pour consulter les courses, les analyses commentées et votre espace membre.</a:t>
            </a:r>
          </a:p>
        </p:txBody>
      </p:sp>
      <p:sp>
        <p:nvSpPr>
          <p:cNvPr id="7" name="ready-cta">
            <a:extLst xmlns:a="http://schemas.openxmlformats.org/drawingml/2006/main">
              <a:ext uri="{FF2B5EF4-FFF2-40B4-BE49-F238E27FC236}">
                <a16:creationId xmlns:a16="http://schemas.microsoft.com/office/drawing/2014/main" id="{9541BC6E-5E6D-4125-A040-6F6565A8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0"/>
            <a:ext cx="47625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2DE2A0"/>
          </a:solidFill>
          <a:ln xmlns:a="http://schemas.openxmlformats.org/drawingml/2006/main" w="0">
            <a:solidFill>
              <a:srgbClr val="2DE2A0"/>
            </a:solidFill>
            <a:prstDash val="solid"/>
          </a:ln>
        </p:spPr>
      </p:sp>
      <p:sp>
        <p:nvSpPr>
          <p:cNvPr id="8" name="ready-cta-text">
            <a:extLst xmlns:a="http://schemas.openxmlformats.org/drawingml/2006/main">
              <a:ext uri="{FF2B5EF4-FFF2-40B4-BE49-F238E27FC236}">
                <a16:creationId xmlns:a16="http://schemas.microsoft.com/office/drawing/2014/main" id="{CB6A2298-AD49-42D7-BD8F-F672D765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87820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6111F"/>
                </a:solidFill>
              </a:defRPr>
            </a:pPr>
            <a:r>
              <a:rPr sz="2100" b="1">
                <a:solidFill>
                  <a:srgbClr val="06111F"/>
                </a:solidFill>
              </a:rPr>
              <a:t>Découvrir ParisPromax  →</a:t>
            </a:r>
          </a:p>
        </p:txBody>
      </p:sp>
      <p:sp>
        <p:nvSpPr>
          <p:cNvPr id="9" name="ready-link">
            <a:extLst xmlns:a="http://schemas.openxmlformats.org/drawingml/2006/main">
              <a:ext uri="{FF2B5EF4-FFF2-40B4-BE49-F238E27FC236}">
                <a16:creationId xmlns:a16="http://schemas.microsoft.com/office/drawing/2014/main" id="{E91640C0-0F38-4966-924C-807B21A8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9250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6A3FF"/>
                </a:solidFill>
              </a:defRPr>
            </a:pPr>
            <a:r>
              <a:rPr sz="1575" b="1">
                <a:solidFill>
                  <a:srgbClr val="36A3FF"/>
                </a:solidFill>
              </a:rPr>
              <a:t>www.parispromax.com</a:t>
            </a:r>
          </a:p>
        </p:txBody>
      </p:sp>
      <p:sp>
        <p:nvSpPr>
          <p:cNvPr id="10" name="ready-disclaimer">
            <a:extLst xmlns:a="http://schemas.openxmlformats.org/drawingml/2006/main">
              <a:ext uri="{FF2B5EF4-FFF2-40B4-BE49-F238E27FC236}">
                <a16:creationId xmlns:a16="http://schemas.microsoft.com/office/drawing/2014/main" id="{995E6999-4ECB-4F84-92BF-3622F56D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1442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1849A"/>
                </a:solidFill>
              </a:defRPr>
            </a:pPr>
            <a:r>
              <a:rPr sz="1275" b="1">
                <a:solidFill>
                  <a:srgbClr val="71849A"/>
                </a:solidFill>
              </a:rPr>
              <a:t>Réservé aux 18+ • Aucun gain n’est garanti</a:t>
            </a:r>
          </a:p>
        </p:txBody>
      </p:sp>
    </p:spTree>
    <p:extLst>
      <p:ext uri="{BB962C8B-B14F-4D97-AF65-F5344CB8AC3E}">
        <p14:creationId xmlns:p14="http://schemas.microsoft.com/office/powerpoint/2010/main" val="897215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2026-07-22T21:32:03.0010000Z</dcterms:created>
  <dcterms:modified xsi:type="dcterms:W3CDTF">2026-07-22T21:32:03.0020000Z</dcterms:modified>
</coreProperties>
</file>